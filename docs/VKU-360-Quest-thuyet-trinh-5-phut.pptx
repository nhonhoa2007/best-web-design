
<file path=[Content_Types].xml><?xml version="1.0" encoding="utf-8"?>
<Types xmlns="http://schemas.openxmlformats.org/package/2006/content-types">
  <Default Extension="xml" ContentType="application/vnd.openxmlformats-package.core-properties+xml"/>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slideMasters/slideMaster1.xml" ContentType="application/vnd.openxmlformats-officedocument.presentationml.slideMaster+xml"/>
  <Override PartName="/ppt/theme/theme1.xml" ContentType="application/vnd.openxmlformats-officedocument.theme+xml"/>
  <Override PartName="/ppt/notesMasters/notesMaster1.xml" ContentType="application/vnd.openxmlformats-officedocument.presentationml.notesMaster+xml"/>
  <Override PartName="/ppt/notesMasters/theme/theme2.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Layouts/slideLayout2.xml" ContentType="application/vnd.openxmlformats-officedocument.presentationml.slideLayout+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3de2de8aed3e4929" /><Relationship Type="http://schemas.openxmlformats.org/officeDocument/2006/relationships/extended-properties" Target="/docProps/app.xml" Id="R4ca10d56937d4e68" /><Relationship Type="http://schemas.openxmlformats.org/officeDocument/2006/relationships/officeDocument" Target="/ppt/presentation.xml" Id="Rf4bdebb58c87403b" /></Relationships>
</file>

<file path=ppt/presentation.xml><?xml version="1.0" encoding="utf-8"?>
<p:presentation xmlns:p="http://schemas.openxmlformats.org/presentationml/2006/main">
  <p:sldMasterIdLst>
    <p:sldMasterId xmlns:r="http://schemas.openxmlformats.org/officeDocument/2006/relationships" id="2147483648" r:id="Ra16e3bc0b3ed479e"/>
  </p:sldMasterIdLst>
  <p:notesMasterIdLst>
    <p:notesMasterId xmlns:r="http://schemas.openxmlformats.org/officeDocument/2006/relationships" r:id="R6c0838bcc5c74805"/>
  </p:notesMasterIdLst>
  <p:sldIdLst>
    <p:sldId xmlns:r="http://schemas.openxmlformats.org/officeDocument/2006/relationships" id="256" r:id="Ra636b564005e4fcd"/>
    <p:sldId xmlns:r="http://schemas.openxmlformats.org/officeDocument/2006/relationships" id="257" r:id="Rac8efacfa50245c1"/>
    <p:sldId xmlns:r="http://schemas.openxmlformats.org/officeDocument/2006/relationships" id="258" r:id="R896ac81474934e29"/>
    <p:sldId xmlns:r="http://schemas.openxmlformats.org/officeDocument/2006/relationships" id="259" r:id="R6d8bb310ff9a4e5c"/>
    <p:sldId xmlns:r="http://schemas.openxmlformats.org/officeDocument/2006/relationships" id="260" r:id="Re3df9c392a8d4c33"/>
    <p:sldId xmlns:r="http://schemas.openxmlformats.org/officeDocument/2006/relationships" id="261" r:id="R11ee0d79df724ae8"/>
    <p:sldId xmlns:r="http://schemas.openxmlformats.org/officeDocument/2006/relationships" id="262" r:id="R40adb7ac03914ca1"/>
    <p:sldId xmlns:r="http://schemas.openxmlformats.org/officeDocument/2006/relationships" id="263" r:id="R65f264147c1a43d1"/>
  </p:sldIdLst>
  <p:sldSz cx="12192000" cy="6858000"/>
  <p:notesSz cx="6858000" cy="9144000"/>
  <p:defaultTextStyle>
    <a:defPPr xmlns:a="http://schemas.openxmlformats.org/drawingml/2006/main">
      <a:defRPr lang="en-US"/>
    </a:defPPr>
    <a:lvl1pPr xmlns:a="http://schemas.openxmlformats.org/drawingml/2006/main" marL="0" indent="0" algn="l" defTabSz="914400">
      <a:defRPr sz="1800" kern="1200">
        <a:solidFill>
          <a:schemeClr val="tx1"/>
        </a:solidFill>
        <a:latin typeface="+mn-lt"/>
        <a:ea typeface="+mn-ea"/>
        <a:cs typeface="+mn-cs"/>
      </a:defRPr>
    </a:lvl1pPr>
    <a:lvl2pPr xmlns:a="http://schemas.openxmlformats.org/drawingml/2006/main" marL="457200" indent="0" algn="l" defTabSz="914400">
      <a:defRPr sz="1800" kern="1200">
        <a:solidFill>
          <a:schemeClr val="tx1"/>
        </a:solidFill>
        <a:latin typeface="+mn-lt"/>
        <a:ea typeface="+mn-ea"/>
        <a:cs typeface="+mn-cs"/>
      </a:defRPr>
    </a:lvl2pPr>
    <a:lvl3pPr xmlns:a="http://schemas.openxmlformats.org/drawingml/2006/main" marL="914400" indent="0" algn="l" defTabSz="914400">
      <a:defRPr sz="1800" kern="1200">
        <a:solidFill>
          <a:schemeClr val="tx1"/>
        </a:solidFill>
        <a:latin typeface="+mn-lt"/>
        <a:ea typeface="+mn-ea"/>
        <a:cs typeface="+mn-cs"/>
      </a:defRPr>
    </a:lvl3pPr>
    <a:lvl4pPr xmlns:a="http://schemas.openxmlformats.org/drawingml/2006/main" marL="1371600" indent="0" algn="l" defTabSz="914400">
      <a:defRPr sz="1800" kern="1200">
        <a:solidFill>
          <a:schemeClr val="tx1"/>
        </a:solidFill>
        <a:latin typeface="+mn-lt"/>
        <a:ea typeface="+mn-ea"/>
        <a:cs typeface="+mn-cs"/>
      </a:defRPr>
    </a:lvl4pPr>
    <a:lvl5pPr xmlns:a="http://schemas.openxmlformats.org/drawingml/2006/main" marL="1828800" indent="0" algn="l" defTabSz="914400">
      <a:defRPr sz="1800" kern="1200">
        <a:solidFill>
          <a:schemeClr val="tx1"/>
        </a:solidFill>
        <a:latin typeface="+mn-lt"/>
        <a:ea typeface="+mn-ea"/>
        <a:cs typeface="+mn-cs"/>
      </a:defRPr>
    </a:lvl5pPr>
    <a:lvl6pPr xmlns:a="http://schemas.openxmlformats.org/drawingml/2006/main" marL="2286000" indent="0" algn="l" defTabSz="914400">
      <a:defRPr sz="1800" kern="1200">
        <a:solidFill>
          <a:schemeClr val="tx1"/>
        </a:solidFill>
        <a:latin typeface="+mn-lt"/>
        <a:ea typeface="+mn-ea"/>
        <a:cs typeface="+mn-cs"/>
      </a:defRPr>
    </a:lvl6pPr>
    <a:lvl7pPr xmlns:a="http://schemas.openxmlformats.org/drawingml/2006/main" marL="2743200" indent="0" algn="l" defTabSz="914400">
      <a:defRPr sz="1800" kern="1200">
        <a:solidFill>
          <a:schemeClr val="tx1"/>
        </a:solidFill>
        <a:latin typeface="+mn-lt"/>
        <a:ea typeface="+mn-ea"/>
        <a:cs typeface="+mn-cs"/>
      </a:defRPr>
    </a:lvl7pPr>
    <a:lvl8pPr xmlns:a="http://schemas.openxmlformats.org/drawingml/2006/main" marL="3200400" indent="0" algn="l" defTabSz="914400">
      <a:defRPr sz="1800" kern="1200">
        <a:solidFill>
          <a:schemeClr val="tx1"/>
        </a:solidFill>
        <a:latin typeface="+mn-lt"/>
        <a:ea typeface="+mn-ea"/>
        <a:cs typeface="+mn-cs"/>
      </a:defRPr>
    </a:lvl8pPr>
    <a:lvl9pPr xmlns:a="http://schemas.openxmlformats.org/drawingml/2006/main" marL="3657600" indent="0" algn="l" defTabSz="914400">
      <a:defRPr sz="1800" kern="1200">
        <a:solidFill>
          <a:schemeClr val="tx1"/>
        </a:solidFill>
        <a:latin typeface="+mn-lt"/>
        <a:ea typeface="+mn-ea"/>
        <a:cs typeface="+mn-cs"/>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normalViewPr>
    <p:restoredLeft sz="15611"/>
    <p:restoredTop sz="94658"/>
  </p:normalViewPr>
  <p:slideViewPr>
    <p:cSldViewPr snapToGrid="0">
      <p:cViewPr varScale="1">
        <p:scale>
          <a:sx xmlns:a="http://schemas.openxmlformats.org/drawingml/2006/main" n="120" d="100"/>
          <a:sy xmlns:a="http://schemas.openxmlformats.org/drawingml/2006/main" n="120" d="100"/>
        </p:scale>
        <p:origin x="800" y="184"/>
      </p:cViewPr>
      <p:guideLst/>
    </p:cSldViewPr>
  </p:slideViewPr>
  <p:notesTextViewPr>
    <p:cViewPr>
      <p:scale>
        <a:sx xmlns:a="http://schemas.openxmlformats.org/drawingml/2006/main" n="1" d="1"/>
        <a:sy xmlns:a="http://schemas.openxmlformats.org/drawingml/2006/main" n="1" d="1"/>
      </p:scale>
      <p:origin x="0" y="0"/>
    </p:cViewPr>
  </p:notesTextViewPr>
  <p:gridSpacing cx="76200" cy="76200"/>
</p:viewPr>
</file>

<file path=ppt/_rels/presentation.xml.rels>&#65279;<?xml version="1.0" encoding="utf-8"?><Relationships xmlns="http://schemas.openxmlformats.org/package/2006/relationships"><Relationship Type="http://schemas.openxmlformats.org/officeDocument/2006/relationships/slideMaster" Target="/ppt/slideMasters/slideMaster1.xml" Id="Ra16e3bc0b3ed479e" /><Relationship Type="http://schemas.openxmlformats.org/officeDocument/2006/relationships/theme" Target="/ppt/theme/theme1.xml" Id="R5f47f5cb42404e68" /><Relationship Type="http://schemas.openxmlformats.org/officeDocument/2006/relationships/notesMaster" Target="/ppt/notesMasters/notesMaster1.xml" Id="R6c0838bcc5c74805" /><Relationship Type="http://schemas.openxmlformats.org/officeDocument/2006/relationships/presProps" Target="/ppt/presProps.xml" Id="R0020d69f15924650" /><Relationship Type="http://schemas.openxmlformats.org/officeDocument/2006/relationships/viewProps" Target="/ppt/viewProps.xml" Id="R175202e0a7744ae1" /><Relationship Type="http://schemas.openxmlformats.org/officeDocument/2006/relationships/tableStyles" Target="/ppt/tableStyles.xml" Id="R3feea852042843ec" /><Relationship Type="http://schemas.openxmlformats.org/officeDocument/2006/relationships/slide" Target="/ppt/slides/slide1.xml" Id="Ra636b564005e4fcd" /><Relationship Type="http://schemas.openxmlformats.org/officeDocument/2006/relationships/slide" Target="/ppt/slides/slide2.xml" Id="Rac8efacfa50245c1" /><Relationship Type="http://schemas.openxmlformats.org/officeDocument/2006/relationships/slide" Target="/ppt/slides/slide3.xml" Id="R896ac81474934e29" /><Relationship Type="http://schemas.openxmlformats.org/officeDocument/2006/relationships/slide" Target="/ppt/slides/slide4.xml" Id="R6d8bb310ff9a4e5c" /><Relationship Type="http://schemas.openxmlformats.org/officeDocument/2006/relationships/slide" Target="/ppt/slides/slide5.xml" Id="Re3df9c392a8d4c33" /><Relationship Type="http://schemas.openxmlformats.org/officeDocument/2006/relationships/slide" Target="/ppt/slides/slide6.xml" Id="R11ee0d79df724ae8" /><Relationship Type="http://schemas.openxmlformats.org/officeDocument/2006/relationships/slide" Target="/ppt/slides/slide7.xml" Id="R40adb7ac03914ca1" /><Relationship Type="http://schemas.openxmlformats.org/officeDocument/2006/relationships/slide" Target="/ppt/slides/slide8.xml" Id="R65f264147c1a43d1"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2.xml" Id="R1e48ba0a4d914d8f"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solidFill>
          <a:schemeClr val="dk1"/>
        </a:solidFill>
        <a:solidFill>
          <a:schemeClr val="accent1"/>
        </a:soli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3061794c70964f1a" /><Relationship Type="http://schemas.openxmlformats.org/officeDocument/2006/relationships/notesMaster" Target="/ppt/notesMasters/notesMaster1.xml" Id="R877dd1df84c443c7" /></Relationships>
</file>

<file path=ppt/notesSlides/_rels/notesSlide2.xml.rels>&#65279;<?xml version="1.0" encoding="utf-8"?><Relationships xmlns="http://schemas.openxmlformats.org/package/2006/relationships"><Relationship Type="http://schemas.openxmlformats.org/officeDocument/2006/relationships/slide" Target="/ppt/slides/slide2.xml" Id="R961c9899c8e743d1" /><Relationship Type="http://schemas.openxmlformats.org/officeDocument/2006/relationships/notesMaster" Target="/ppt/notesMasters/notesMaster1.xml" Id="Rbead73d1e6674f6c" /></Relationships>
</file>

<file path=ppt/notesSlides/_rels/notesSlide3.xml.rels>&#65279;<?xml version="1.0" encoding="utf-8"?><Relationships xmlns="http://schemas.openxmlformats.org/package/2006/relationships"><Relationship Type="http://schemas.openxmlformats.org/officeDocument/2006/relationships/slide" Target="/ppt/slides/slide3.xml" Id="R1eb5ca02bb9948d8" /><Relationship Type="http://schemas.openxmlformats.org/officeDocument/2006/relationships/notesMaster" Target="/ppt/notesMasters/notesMaster1.xml" Id="Rd1e9dd32284643bc" /></Relationships>
</file>

<file path=ppt/notesSlides/_rels/notesSlide4.xml.rels>&#65279;<?xml version="1.0" encoding="utf-8"?><Relationships xmlns="http://schemas.openxmlformats.org/package/2006/relationships"><Relationship Type="http://schemas.openxmlformats.org/officeDocument/2006/relationships/slide" Target="/ppt/slides/slide4.xml" Id="R9efb1fbf8ef24555" /><Relationship Type="http://schemas.openxmlformats.org/officeDocument/2006/relationships/notesMaster" Target="/ppt/notesMasters/notesMaster1.xml" Id="Rc6462d292e73494a" /></Relationships>
</file>

<file path=ppt/notesSlides/_rels/notesSlide5.xml.rels>&#65279;<?xml version="1.0" encoding="utf-8"?><Relationships xmlns="http://schemas.openxmlformats.org/package/2006/relationships"><Relationship Type="http://schemas.openxmlformats.org/officeDocument/2006/relationships/slide" Target="/ppt/slides/slide5.xml" Id="R4557f3c0d7d14790" /><Relationship Type="http://schemas.openxmlformats.org/officeDocument/2006/relationships/notesMaster" Target="/ppt/notesMasters/notesMaster1.xml" Id="Rfa949c14f74847a6" /></Relationships>
</file>

<file path=ppt/notesSlides/_rels/notesSlide6.xml.rels>&#65279;<?xml version="1.0" encoding="utf-8"?><Relationships xmlns="http://schemas.openxmlformats.org/package/2006/relationships"><Relationship Type="http://schemas.openxmlformats.org/officeDocument/2006/relationships/slide" Target="/ppt/slides/slide6.xml" Id="Rf9ff2961436e481a" /><Relationship Type="http://schemas.openxmlformats.org/officeDocument/2006/relationships/notesMaster" Target="/ppt/notesMasters/notesMaster1.xml" Id="R50b46cfba05b4eaf" /></Relationships>
</file>

<file path=ppt/notesSlides/_rels/notesSlide7.xml.rels>&#65279;<?xml version="1.0" encoding="utf-8"?><Relationships xmlns="http://schemas.openxmlformats.org/package/2006/relationships"><Relationship Type="http://schemas.openxmlformats.org/officeDocument/2006/relationships/slide" Target="/ppt/slides/slide7.xml" Id="Re7d27877a9d148ec" /><Relationship Type="http://schemas.openxmlformats.org/officeDocument/2006/relationships/notesMaster" Target="/ppt/notesMasters/notesMaster1.xml" Id="R40bc819292044fc7" /></Relationships>
</file>

<file path=ppt/notesSlides/_rels/notesSlide8.xml.rels>&#65279;<?xml version="1.0" encoding="utf-8"?><Relationships xmlns="http://schemas.openxmlformats.org/package/2006/relationships"><Relationship Type="http://schemas.openxmlformats.org/officeDocument/2006/relationships/slide" Target="/ppt/slides/slide8.xml" Id="R5e476a75c5a749c7" /><Relationship Type="http://schemas.openxmlformats.org/officeDocument/2006/relationships/notesMaster" Target="/ppt/notesMasters/notesMaster1.xml" Id="R8c3e2b6bb2364a30"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lang="vi-VN" sz="1400"/>
              <a:t>Lời thoại ngắn:</a:t>
            </a:r>
          </a:p>
          <a:p xmlns:a="http://schemas.openxmlformats.org/drawingml/2006/main">
            <a:r>
              <a:rPr lang="vi-VN" sz="1400"/>
              <a:t>Em xin chào thầy cô và các bạn. Sản phẩm của em là VKU 360 Quest, một website biến việc tham quan VKU thành hành trình 360 độ có nhiệm vụ, tiến trình cá nhân và AI guide đồng hành.</a:t>
            </a:r>
          </a:p>
          <a:p xmlns:a="http://schemas.openxmlformats.org/drawingml/2006/main">
            <a:r>
              <a:rPr lang="vi-VN" sz="1400"/>
              <a:t>Trong 5 phút, em sẽ đi nhanh qua ý tưởng, công nghệ và demo luồng chính của sản phẩm.</a:t>
            </a:r>
          </a:p>
          <a:p xmlns:a="http://schemas.openxmlformats.org/drawingml/2006/main">
            <a:r>
              <a:rPr lang="vi-VN" sz="1400"/>
              <a:t>Nhấn mạnh: tour 360 + nhiệm vụ + dữ liệu cá nhân + AI guide.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lang="vi-VN" sz="1400"/>
              <a:t>Lời thoại ngắn:</a:t>
            </a:r>
          </a:p>
          <a:p xmlns:a="http://schemas.openxmlformats.org/drawingml/2006/main">
            <a:r>
              <a:rPr lang="vi-VN" sz="1400"/>
              <a:t>Vấn đề là tân sinh viên hoặc khách tham quan thường khó hình dung các khu trong trường nếu chỉ xem ảnh, bài giới thiệu hay bản đồ tĩnh.</a:t>
            </a:r>
          </a:p>
          <a:p xmlns:a="http://schemas.openxmlformats.org/drawingml/2006/main">
            <a:r>
              <a:rPr lang="vi-VN" sz="1400"/>
              <a:t>VKU 360 Quest chuyển việc đó thành một hành trình: mỗi chặng có ảnh 360, câu chuyện ngắn, nhiệm vụ nhỏ và bước đi tiếp theo.</a:t>
            </a:r>
          </a:p>
          <a:p xmlns:a="http://schemas.openxmlformats.org/drawingml/2006/main">
            <a:r>
              <a:rPr lang="vi-VN" sz="1400"/>
              <a:t>Điểm khác biệt là người dùng không chỉ xem thông tin, mà có cảm giác mình đang khám phá.</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lang="vi-VN" sz="1400"/>
              <a:t>Lời thoại ngắn:</a:t>
            </a:r>
          </a:p>
          <a:p xmlns:a="http://schemas.openxmlformats.org/drawingml/2006/main">
            <a:r>
              <a:rPr lang="vi-VN" sz="1400"/>
              <a:t>Luồng sử dụng gồm 5 bước: đăng nhập, chọn avatar, vào tour 360, xem bản đồ lộ trình, và hỏi VKU Guide khi cần.</a:t>
            </a:r>
          </a:p>
          <a:p xmlns:a="http://schemas.openxmlformats.org/drawingml/2006/main">
            <a:r>
              <a:rPr lang="vi-VN" sz="1400"/>
              <a:t>Hệ thống bám theo tiến trình của người dùng, biết đang ở chặng nào và đã mở khóa tới đâu.</a:t>
            </a:r>
          </a:p>
          <a:p xmlns:a="http://schemas.openxmlformats.org/drawingml/2006/main">
            <a:r>
              <a:rPr lang="vi-VN" sz="1400"/>
              <a:t>Thông điệp chính: website không chỉ là panorama, mà là một hành trình có trạng thái.</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lang="vi-VN" sz="1400"/>
              <a:t>Lời thoại ngắn:</a:t>
            </a:r>
          </a:p>
          <a:p xmlns:a="http://schemas.openxmlformats.org/drawingml/2006/main">
            <a:r>
              <a:rPr lang="vi-VN" sz="1400"/>
              <a:t>Khi demo, em sẽ đi đúng theo flow này để chứng minh sản phẩm đang chạy thật.</a:t>
            </a:r>
          </a:p>
          <a:p xmlns:a="http://schemas.openxmlformats.org/drawingml/2006/main">
            <a:r>
              <a:rPr lang="vi-VN" sz="1400"/>
              <a:t>Đầu tiên là đăng nhập và trang chủ, tiếp theo vào tour 360 để xoay panorama và hoàn thành nhiệm vụ.</a:t>
            </a:r>
          </a:p>
          <a:p xmlns:a="http://schemas.openxmlformats.org/drawingml/2006/main">
            <a:r>
              <a:rPr lang="vi-VN" sz="1400"/>
              <a:t>Sau đó mở bản đồ/lộ trình, thử hỏi VKU Guide vài câu theo ngữ cảnh, rồi kết thúc bằng profile, avatar hoặc khoảnh khắc cộng đồng.</a:t>
            </a:r>
          </a:p>
          <a:p xmlns:a="http://schemas.openxmlformats.org/drawingml/2006/main">
            <a:r>
              <a:rPr lang="vi-VN" sz="1400"/>
              <a:t>Câu chốt: tour + dữ liệu + AI guide.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lang="vi-VN" sz="1400"/>
              <a:t>Lời thoại ngắn:</a:t>
            </a:r>
          </a:p>
          <a:p xmlns:a="http://schemas.openxmlformats.org/drawingml/2006/main">
            <a:r>
              <a:rPr lang="vi-VN" sz="1400"/>
              <a:t>Về công nghệ, frontend được giữ gọn bằng HTML, CSS và JavaScript để dễ deploy và chạy nhẹ.</a:t>
            </a:r>
          </a:p>
          <a:p xmlns:a="http://schemas.openxmlformats.org/drawingml/2006/main">
            <a:r>
              <a:rPr lang="vi-VN" sz="1400"/>
              <a:t>Firebase phụ trách đăng nhập, lưu tiến trình, hồ sơ, lịch sử chat và ảnh upload.</a:t>
            </a:r>
          </a:p>
          <a:p xmlns:a="http://schemas.openxmlformats.org/drawingml/2006/main">
            <a:r>
              <a:rPr lang="vi-VN" sz="1400"/>
              <a:t>Cloud Functions nằm giữa frontend và Gemini API, nên API key không bị lộ trên mã nguồn phía client.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lang="vi-VN" sz="1400"/>
              <a:t>Lời thoại ngắn:</a:t>
            </a:r>
          </a:p>
          <a:p xmlns:a="http://schemas.openxmlformats.org/drawingml/2006/main">
            <a:r>
              <a:rPr lang="vi-VN" sz="1400"/>
              <a:t>VKU Guide không gọi Gemini trực tiếp từ trình duyệt.</a:t>
            </a:r>
          </a:p>
          <a:p xmlns:a="http://schemas.openxmlformats.org/drawingml/2006/main">
            <a:r>
              <a:rPr lang="vi-VN" sz="1400"/>
              <a:t>Mỗi câu hỏi được gửi qua Cloud Function, kèm theo ngôn ngữ, lịch sử chat, chặng hiện tại, bước hiện tại và trạng thái mở khóa.</a:t>
            </a:r>
          </a:p>
          <a:p xmlns:a="http://schemas.openxmlformats.org/drawingml/2006/main">
            <a:r>
              <a:rPr lang="vi-VN" sz="1400"/>
              <a:t>Function kiểm tra đăng nhập, giới hạn độ dài và làm sạch dữ liệu trước khi gọi model; nếu gặp lỗi quota thì có fallback offline.</a:t>
            </a:r>
          </a:p>
          <a:p xmlns:a="http://schemas.openxmlformats.org/drawingml/2006/main">
            <a:r>
              <a:rPr lang="vi-VN" sz="1400"/>
              <a:t>Điểm bảo mật: Gemini API key nằm trong Firebase Secret.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lang="vi-VN" sz="1400"/>
              <a:t>Lời thoại ngắn:</a:t>
            </a:r>
          </a:p>
          <a:p xmlns:a="http://schemas.openxmlformats.org/drawingml/2006/main">
            <a:r>
              <a:rPr lang="vi-VN" sz="1400"/>
              <a:t>Mỗi nhóm dữ liệu có nơi lưu và rule riêng.</a:t>
            </a:r>
          </a:p>
          <a:p xmlns:a="http://schemas.openxmlformats.org/drawingml/2006/main">
            <a:r>
              <a:rPr lang="vi-VN" sz="1400"/>
              <a:t>Tiến trình tour và lịch sử chat lưu theo UID, ảnh và sự kiện có kiểm soát signed-in user và visibility, còn avatar và route là dữ liệu tĩnh trong repo.</a:t>
            </a:r>
          </a:p>
          <a:p xmlns:a="http://schemas.openxmlformats.org/drawingml/2006/main">
            <a:r>
              <a:rPr lang="vi-VN" sz="1400"/>
              <a:t>Thông điệp chính là Firebase giúp sản phẩm có tài khoản, đồng bộ tiến trình và bảo vệ dữ liệu người dùng.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lang="vi-VN" sz="1400"/>
              <a:t>Lời thoại ngắn:</a:t>
            </a:r>
          </a:p>
          <a:p xmlns:a="http://schemas.openxmlformats.org/drawingml/2006/main">
            <a:r>
              <a:rPr lang="vi-VN" sz="1400"/>
              <a:t>Tóm lại, VKU 360 Quest đã có nền tảng đủ để demo: trực quan bằng ảnh 360, tương tác bằng nhiệm vụ và tiến trình, thông minh bằng VKU Guide, và có khả năng mở rộng thêm địa điểm, leaderboard, sự kiện hoặc quản trị nội dung.</a:t>
            </a:r>
          </a:p>
          <a:p xmlns:a="http://schemas.openxmlformats.org/drawingml/2006/main">
            <a:r>
              <a:rPr lang="vi-VN" sz="1400"/>
              <a:t>Sản phẩm có thể dùng cho tân sinh viên, khách tham quan và truyền thông tuyển sinh.</a:t>
            </a:r>
          </a:p>
          <a:p xmlns:a="http://schemas.openxmlformats.org/drawingml/2006/main">
            <a:r>
              <a:rPr lang="vi-VN" sz="1400"/>
              <a:t>Em xin cảm ơn thầy cô và các bạn đã lắng nghe.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063b72d636ff4fa7" /></Relationships>
</file>

<file path=ppt/slideLayouts/slideLayout2.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theme/theme1.xml" Id="Ra96537f63bb44ab9" /><Relationship Type="http://schemas.openxmlformats.org/officeDocument/2006/relationships/slideLayout" Target="/ppt/slideLayouts/slideLayout2.xml" Id="R569898b507434870"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569898b507434870"/>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s/_rels/slide1.xml.rels>&#65279;<?xml version="1.0" encoding="utf-8"?><Relationships xmlns="http://schemas.openxmlformats.org/package/2006/relationships"><Relationship Type="http://schemas.openxmlformats.org/officeDocument/2006/relationships/slideLayout" Target="/ppt/slideLayouts/slideLayout2.xml" Id="R490a56ff28fc4884" /><Relationship Type="http://schemas.openxmlformats.org/officeDocument/2006/relationships/image" Target="/ppt/media/image.jpeg" Id="R772899f3f2f54c45" /><Relationship Type="http://schemas.openxmlformats.org/officeDocument/2006/relationships/notesSlide" Target="/ppt/notesSlides/notesSlide1.xml" Id="Rd9fe9dc8a2d64adc" /></Relationships>
</file>

<file path=ppt/slides/_rels/slide2.xml.rels>&#65279;<?xml version="1.0" encoding="utf-8"?><Relationships xmlns="http://schemas.openxmlformats.org/package/2006/relationships"><Relationship Type="http://schemas.openxmlformats.org/officeDocument/2006/relationships/slideLayout" Target="/ppt/slideLayouts/slideLayout2.xml" Id="Rc8fc846b18a644eb" /><Relationship Type="http://schemas.openxmlformats.org/officeDocument/2006/relationships/notesSlide" Target="/ppt/notesSlides/notesSlide2.xml" Id="Ra8a8cb1f4ea94b54" /></Relationships>
</file>

<file path=ppt/slides/_rels/slide3.xml.rels>&#65279;<?xml version="1.0" encoding="utf-8"?><Relationships xmlns="http://schemas.openxmlformats.org/package/2006/relationships"><Relationship Type="http://schemas.openxmlformats.org/officeDocument/2006/relationships/slideLayout" Target="/ppt/slideLayouts/slideLayout2.xml" Id="R6170f2d741bb4128" /><Relationship Type="http://schemas.openxmlformats.org/officeDocument/2006/relationships/notesSlide" Target="/ppt/notesSlides/notesSlide3.xml" Id="R6c0aef65a1f44e86" /></Relationships>
</file>

<file path=ppt/slides/_rels/slide4.xml.rels>&#65279;<?xml version="1.0" encoding="utf-8"?><Relationships xmlns="http://schemas.openxmlformats.org/package/2006/relationships"><Relationship Type="http://schemas.openxmlformats.org/officeDocument/2006/relationships/slideLayout" Target="/ppt/slideLayouts/slideLayout2.xml" Id="R032ddf84e4934c7e" /><Relationship Type="http://schemas.openxmlformats.org/officeDocument/2006/relationships/notesSlide" Target="/ppt/notesSlides/notesSlide4.xml" Id="R235808afa15c4c37" /></Relationships>
</file>

<file path=ppt/slides/_rels/slide5.xml.rels>&#65279;<?xml version="1.0" encoding="utf-8"?><Relationships xmlns="http://schemas.openxmlformats.org/package/2006/relationships"><Relationship Type="http://schemas.openxmlformats.org/officeDocument/2006/relationships/slideLayout" Target="/ppt/slideLayouts/slideLayout2.xml" Id="R48fdc7939d1346d4" /><Relationship Type="http://schemas.openxmlformats.org/officeDocument/2006/relationships/notesSlide" Target="/ppt/notesSlides/notesSlide5.xml" Id="R460ce6b5698b4002" /></Relationships>
</file>

<file path=ppt/slides/_rels/slide6.xml.rels>&#65279;<?xml version="1.0" encoding="utf-8"?><Relationships xmlns="http://schemas.openxmlformats.org/package/2006/relationships"><Relationship Type="http://schemas.openxmlformats.org/officeDocument/2006/relationships/slideLayout" Target="/ppt/slideLayouts/slideLayout2.xml" Id="R777627cf06244979" /><Relationship Type="http://schemas.openxmlformats.org/officeDocument/2006/relationships/notesSlide" Target="/ppt/notesSlides/notesSlide6.xml" Id="Rcb918df034714d9a" /></Relationships>
</file>

<file path=ppt/slides/_rels/slide7.xml.rels>&#65279;<?xml version="1.0" encoding="utf-8"?><Relationships xmlns="http://schemas.openxmlformats.org/package/2006/relationships"><Relationship Type="http://schemas.openxmlformats.org/officeDocument/2006/relationships/slideLayout" Target="/ppt/slideLayouts/slideLayout2.xml" Id="Re588da5fca374de7" /><Relationship Type="http://schemas.openxmlformats.org/officeDocument/2006/relationships/notesSlide" Target="/ppt/notesSlides/notesSlide7.xml" Id="Rd9b66a68a2394a7f" /></Relationships>
</file>

<file path=ppt/slides/_rels/slide8.xml.rels>&#65279;<?xml version="1.0" encoding="utf-8"?><Relationships xmlns="http://schemas.openxmlformats.org/package/2006/relationships"><Relationship Type="http://schemas.openxmlformats.org/officeDocument/2006/relationships/slideLayout" Target="/ppt/slideLayouts/slideLayout2.xml" Id="R04e38e1998794dba" /><Relationship Type="http://schemas.openxmlformats.org/officeDocument/2006/relationships/notesSlide" Target="/ppt/notesSlides/notesSlide8.xml" Id="R43a3ea50b1dc4e3a"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B7390635-3F6A-4E30-BE75-9CE8F8EB60B8}"/>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0F1B2A"/>
          </a:solidFill>
          <a:ln xmlns:a="http://schemas.openxmlformats.org/drawingml/2006/main" w="0">
            <a:solidFill>
              <a:srgbClr val="000000">
                <a:alpha val="0"/>
              </a:srgbClr>
            </a:solidFill>
            <a:prstDash val="solid"/>
          </a:ln>
        </p:spPr>
      </p:sp>
      <p:sp>
        <p:nvSpPr>
          <p:cNvPr id="2" name="">
            <a:extLst xmlns:a="http://schemas.openxmlformats.org/drawingml/2006/main">
              <a:ext uri="{FF2B5EF4-FFF2-40B4-BE49-F238E27FC236}">
                <a16:creationId xmlns:a16="http://schemas.microsoft.com/office/drawing/2014/main" id="{A14AD11B-A02B-4BBB-BA0C-332BFF68B06F}"/>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0F1B2A"/>
          </a:solidFill>
          <a:ln xmlns:a="http://schemas.openxmlformats.org/drawingml/2006/main" w="0">
            <a:solidFill>
              <a:srgbClr val="000000">
                <a:alpha val="0"/>
              </a:srgbClr>
            </a:solidFill>
            <a:prstDash val="solid"/>
          </a:ln>
        </p:spPr>
      </p:sp>
      <p:pic>
        <p:nvPicPr>
          <p:cNvPr id="3" name=""/>
          <p:cNvPicPr>
            <a:picLocks xmlns:a="http://schemas.openxmlformats.org/drawingml/2006/main" noChangeAspect="1"/>
          </p:cNvPicPr>
          <p:nvPr/>
        </p:nvPicPr>
        <p:blipFill>
          <a:blip xmlns:r="http://schemas.openxmlformats.org/officeDocument/2006/relationships" xmlns:a="http://schemas.openxmlformats.org/drawingml/2006/main" r:embed="R772899f3f2f54c45"/>
          <a:srcRect xmlns:a="http://schemas.openxmlformats.org/drawingml/2006/main" l="32639" t="0" r="32639" b="0"/>
          <a:stretch xmlns:a="http://schemas.openxmlformats.org/drawingml/2006/main">
            <a:fillRect l="0" t="0" r="0" b="0"/>
          </a:stretch>
        </p:blipFill>
        <p:spPr>
          <a:xfrm xmlns:a="http://schemas.openxmlformats.org/drawingml/2006/main">
            <a:off x="7429500" y="0"/>
            <a:ext cx="4762500" cy="6858000"/>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D737E3AE-0CF5-46C9-8564-EAED4C4628C7}"/>
              </a:ext>
            </a:extLst>
          </p:cNvPr>
          <p:cNvSpPr>
            <a:spLocks xmlns:a="http://schemas.openxmlformats.org/drawingml/2006/main" noGrp="1"/>
          </p:cNvSpPr>
          <p:nvPr/>
        </p:nvSpPr>
        <p:spPr>
          <a:xfrm xmlns:a="http://schemas.openxmlformats.org/drawingml/2006/main">
            <a:off x="7239000" y="0"/>
            <a:ext cx="4953000" cy="6858000"/>
          </a:xfrm>
          <a:prstGeom xmlns:a="http://schemas.openxmlformats.org/drawingml/2006/main" prst="rect">
            <a:avLst/>
          </a:prstGeom>
          <a:solidFill xmlns:a="http://schemas.openxmlformats.org/drawingml/2006/main">
            <a:srgbClr val="0F1B2A">
              <a:alpha val="38000"/>
            </a:srgbClr>
          </a:solidFill>
          <a:ln xmlns:a="http://schemas.openxmlformats.org/drawingml/2006/main" w="0">
            <a:solidFill>
              <a:srgbClr val="000000">
                <a:alpha val="0"/>
              </a:srgbClr>
            </a:solidFill>
            <a:prstDash val="solid"/>
          </a:ln>
        </p:spPr>
      </p:sp>
      <p:sp>
        <p:nvSpPr>
          <p:cNvPr id="5" name="">
            <a:extLst xmlns:a="http://schemas.openxmlformats.org/drawingml/2006/main">
              <a:ext uri="{FF2B5EF4-FFF2-40B4-BE49-F238E27FC236}">
                <a16:creationId xmlns:a16="http://schemas.microsoft.com/office/drawing/2014/main" id="{F0DA198A-BFBB-4B3D-966A-CA82D354CE31}"/>
              </a:ext>
            </a:extLst>
          </p:cNvPr>
          <p:cNvSpPr>
            <a:spLocks xmlns:a="http://schemas.openxmlformats.org/drawingml/2006/main" noGrp="1"/>
          </p:cNvSpPr>
          <p:nvPr/>
        </p:nvSpPr>
        <p:spPr>
          <a:xfrm xmlns:a="http://schemas.openxmlformats.org/drawingml/2006/main">
            <a:off x="0" y="0"/>
            <a:ext cx="7810500" cy="6858000"/>
          </a:xfrm>
          <a:prstGeom xmlns:a="http://schemas.openxmlformats.org/drawingml/2006/main" prst="rect">
            <a:avLst/>
          </a:prstGeom>
          <a:solidFill xmlns:a="http://schemas.openxmlformats.org/drawingml/2006/main">
            <a:srgbClr val="0F1B2A">
              <a:alpha val="12000"/>
            </a:srgbClr>
          </a:solidFill>
          <a:ln xmlns:a="http://schemas.openxmlformats.org/drawingml/2006/main" w="0">
            <a:solidFill>
              <a:srgbClr val="000000">
                <a:alpha val="0"/>
              </a:srgbClr>
            </a:solidFill>
            <a:prstDash val="solid"/>
          </a:ln>
        </p:spPr>
      </p:sp>
      <p:sp>
        <p:nvSpPr>
          <p:cNvPr id="6" name="kicker-marker">
            <a:extLst xmlns:a="http://schemas.openxmlformats.org/drawingml/2006/main">
              <a:ext uri="{FF2B5EF4-FFF2-40B4-BE49-F238E27FC236}">
                <a16:creationId xmlns:a16="http://schemas.microsoft.com/office/drawing/2014/main" id="{20AAE080-ACBD-4313-AC14-0501E75B744A}"/>
              </a:ext>
            </a:extLst>
          </p:cNvPr>
          <p:cNvSpPr>
            <a:spLocks xmlns:a="http://schemas.openxmlformats.org/drawingml/2006/main" noGrp="1"/>
          </p:cNvSpPr>
          <p:nvPr/>
        </p:nvSpPr>
        <p:spPr>
          <a:xfrm xmlns:a="http://schemas.openxmlformats.org/drawingml/2006/main">
            <a:off x="609600" y="561975"/>
            <a:ext cx="76200" cy="76200"/>
          </a:xfrm>
          <a:prstGeom xmlns:a="http://schemas.openxmlformats.org/drawingml/2006/main" prst="rect">
            <a:avLst/>
          </a:prstGeom>
          <a:solidFill xmlns:a="http://schemas.openxmlformats.org/drawingml/2006/main">
            <a:srgbClr val="D08A32"/>
          </a:solidFill>
          <a:ln xmlns:a="http://schemas.openxmlformats.org/drawingml/2006/main" w="0">
            <a:solidFill>
              <a:srgbClr val="000000">
                <a:alpha val="0"/>
              </a:srgbClr>
            </a:solidFill>
            <a:prstDash val="solid"/>
          </a:ln>
        </p:spPr>
      </p:sp>
      <p:sp>
        <p:nvSpPr>
          <p:cNvPr id="7" name="kicker-label">
            <a:extLst xmlns:a="http://schemas.openxmlformats.org/drawingml/2006/main">
              <a:ext uri="{FF2B5EF4-FFF2-40B4-BE49-F238E27FC236}">
                <a16:creationId xmlns:a16="http://schemas.microsoft.com/office/drawing/2014/main" id="{81DEC5D2-1F72-43D6-94E9-61C799C02D0B}"/>
              </a:ext>
            </a:extLst>
          </p:cNvPr>
          <p:cNvSpPr>
            <a:spLocks xmlns:a="http://schemas.openxmlformats.org/drawingml/2006/main" noGrp="1"/>
          </p:cNvSpPr>
          <p:nvPr/>
        </p:nvSpPr>
        <p:spPr>
          <a:xfrm xmlns:a="http://schemas.openxmlformats.org/drawingml/2006/main">
            <a:off x="781050" y="495300"/>
            <a:ext cx="342900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88" b="1">
                <a:solidFill>
                  <a:srgbClr val="607080"/>
                </a:solidFill>
                <a:latin typeface="Arial"/>
                <a:ea typeface="Arial"/>
                <a:cs typeface="Arial"/>
              </a:defRPr>
            </a:pPr>
            <a:r>
              <a:rPr sz="788" b="1">
                <a:solidFill>
                  <a:srgbClr val="607080"/>
                </a:solidFill>
                <a:latin typeface="Arial"/>
                <a:ea typeface="Arial"/>
                <a:cs typeface="Arial"/>
              </a:rPr>
              <a:t>BÀI DỰ THI WEBSITE</a:t>
            </a:r>
          </a:p>
        </p:txBody>
      </p:sp>
      <p:sp>
        <p:nvSpPr>
          <p:cNvPr id="8" name="">
            <a:extLst xmlns:a="http://schemas.openxmlformats.org/drawingml/2006/main">
              <a:ext uri="{FF2B5EF4-FFF2-40B4-BE49-F238E27FC236}">
                <a16:creationId xmlns:a16="http://schemas.microsoft.com/office/drawing/2014/main" id="{92B634DB-E3BF-4F1D-8D1B-5872A5101294}"/>
              </a:ext>
            </a:extLst>
          </p:cNvPr>
          <p:cNvSpPr>
            <a:spLocks xmlns:a="http://schemas.openxmlformats.org/drawingml/2006/main" noGrp="1"/>
          </p:cNvSpPr>
          <p:nvPr/>
        </p:nvSpPr>
        <p:spPr>
          <a:xfrm xmlns:a="http://schemas.openxmlformats.org/drawingml/2006/main">
            <a:off x="609600" y="1428750"/>
            <a:ext cx="6096000" cy="704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4200" b="1">
                <a:solidFill>
                  <a:srgbClr val="FFFFFF"/>
                </a:solidFill>
                <a:latin typeface="Arial"/>
                <a:ea typeface="Arial"/>
                <a:cs typeface="Arial"/>
              </a:defRPr>
            </a:pPr>
            <a:r>
              <a:rPr sz="4200" b="1">
                <a:solidFill>
                  <a:srgbClr val="FFFFFF"/>
                </a:solidFill>
                <a:latin typeface="Arial"/>
                <a:ea typeface="Arial"/>
                <a:cs typeface="Arial"/>
              </a:rPr>
              <a:t>VKU 360 Quest</a:t>
            </a:r>
          </a:p>
        </p:txBody>
      </p:sp>
      <p:sp>
        <p:nvSpPr>
          <p:cNvPr id="9" name="">
            <a:extLst xmlns:a="http://schemas.openxmlformats.org/drawingml/2006/main">
              <a:ext uri="{FF2B5EF4-FFF2-40B4-BE49-F238E27FC236}">
                <a16:creationId xmlns:a16="http://schemas.microsoft.com/office/drawing/2014/main" id="{230FC8B5-5028-421B-8071-29ADED9F9DF4}"/>
              </a:ext>
            </a:extLst>
          </p:cNvPr>
          <p:cNvSpPr>
            <a:spLocks xmlns:a="http://schemas.openxmlformats.org/drawingml/2006/main" noGrp="1"/>
          </p:cNvSpPr>
          <p:nvPr/>
        </p:nvSpPr>
        <p:spPr>
          <a:xfrm xmlns:a="http://schemas.openxmlformats.org/drawingml/2006/main">
            <a:off x="647700" y="2362200"/>
            <a:ext cx="6191250" cy="6858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650" b="0">
                <a:solidFill>
                  <a:srgbClr val="E7EEF4"/>
                </a:solidFill>
                <a:latin typeface="Arial"/>
                <a:ea typeface="Arial"/>
                <a:cs typeface="Arial"/>
              </a:defRPr>
            </a:pPr>
            <a:r>
              <a:rPr sz="1650" b="0">
                <a:solidFill>
                  <a:srgbClr val="E7EEF4"/>
                </a:solidFill>
                <a:latin typeface="Arial"/>
                <a:ea typeface="Arial"/>
                <a:cs typeface="Arial"/>
              </a:rPr>
              <a:t>Biến việc tham quan trường thành một hành trình 360° có nhiệm vụ, tiến trình cá nhân và AI guide.</a:t>
            </a:r>
          </a:p>
        </p:txBody>
      </p:sp>
      <p:sp>
        <p:nvSpPr>
          <p:cNvPr id="10" name="">
            <a:extLst xmlns:a="http://schemas.openxmlformats.org/drawingml/2006/main">
              <a:ext uri="{FF2B5EF4-FFF2-40B4-BE49-F238E27FC236}">
                <a16:creationId xmlns:a16="http://schemas.microsoft.com/office/drawing/2014/main" id="{14EE331C-A0DD-4AEA-85D7-3CFBAF206710}"/>
              </a:ext>
            </a:extLst>
          </p:cNvPr>
          <p:cNvSpPr>
            <a:spLocks xmlns:a="http://schemas.openxmlformats.org/drawingml/2006/main" noGrp="1"/>
          </p:cNvSpPr>
          <p:nvPr/>
        </p:nvSpPr>
        <p:spPr>
          <a:xfrm xmlns:a="http://schemas.openxmlformats.org/drawingml/2006/main">
            <a:off x="647700" y="3676650"/>
            <a:ext cx="5715000" cy="19050"/>
          </a:xfrm>
          <a:prstGeom xmlns:a="http://schemas.openxmlformats.org/drawingml/2006/main" prst="rect">
            <a:avLst/>
          </a:prstGeom>
          <a:solidFill xmlns:a="http://schemas.openxmlformats.org/drawingml/2006/main">
            <a:srgbClr val="E9B265"/>
          </a:solidFill>
          <a:ln xmlns:a="http://schemas.openxmlformats.org/drawingml/2006/main" w="0">
            <a:solidFill>
              <a:srgbClr val="000000">
                <a:alpha val="0"/>
              </a:srgbClr>
            </a:solidFill>
            <a:prstDash val="solid"/>
          </a:ln>
        </p:spPr>
      </p:sp>
      <p:sp>
        <p:nvSpPr>
          <p:cNvPr id="11" name="">
            <a:extLst xmlns:a="http://schemas.openxmlformats.org/drawingml/2006/main">
              <a:ext uri="{FF2B5EF4-FFF2-40B4-BE49-F238E27FC236}">
                <a16:creationId xmlns:a16="http://schemas.microsoft.com/office/drawing/2014/main" id="{7D5D127B-AACC-4BFE-A0AB-6E6F3C1983FF}"/>
              </a:ext>
            </a:extLst>
          </p:cNvPr>
          <p:cNvSpPr>
            <a:spLocks xmlns:a="http://schemas.openxmlformats.org/drawingml/2006/main" noGrp="1"/>
          </p:cNvSpPr>
          <p:nvPr/>
        </p:nvSpPr>
        <p:spPr>
          <a:xfrm xmlns:a="http://schemas.openxmlformats.org/drawingml/2006/main">
            <a:off x="666750" y="4191000"/>
            <a:ext cx="762000" cy="4000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400" b="1">
                <a:solidFill>
                  <a:srgbClr val="D08A32"/>
                </a:solidFill>
                <a:latin typeface="Arial"/>
                <a:ea typeface="Arial"/>
                <a:cs typeface="Arial"/>
              </a:defRPr>
            </a:pPr>
            <a:r>
              <a:rPr sz="2400" b="1">
                <a:solidFill>
                  <a:srgbClr val="D08A32"/>
                </a:solidFill>
                <a:latin typeface="Arial"/>
                <a:ea typeface="Arial"/>
                <a:cs typeface="Arial"/>
              </a:rPr>
              <a:t>01</a:t>
            </a:r>
          </a:p>
        </p:txBody>
      </p:sp>
      <p:sp>
        <p:nvSpPr>
          <p:cNvPr id="12" name="">
            <a:extLst xmlns:a="http://schemas.openxmlformats.org/drawingml/2006/main">
              <a:ext uri="{FF2B5EF4-FFF2-40B4-BE49-F238E27FC236}">
                <a16:creationId xmlns:a16="http://schemas.microsoft.com/office/drawing/2014/main" id="{9A0BB922-2488-461A-9999-EC6E9089EA6A}"/>
              </a:ext>
            </a:extLst>
          </p:cNvPr>
          <p:cNvSpPr>
            <a:spLocks xmlns:a="http://schemas.openxmlformats.org/drawingml/2006/main" noGrp="1"/>
          </p:cNvSpPr>
          <p:nvPr/>
        </p:nvSpPr>
        <p:spPr>
          <a:xfrm xmlns:a="http://schemas.openxmlformats.org/drawingml/2006/main">
            <a:off x="666750" y="4629150"/>
            <a:ext cx="1619250" cy="1905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00" b="1">
                <a:solidFill>
                  <a:srgbClr val="FFFFFF"/>
                </a:solidFill>
                <a:latin typeface="Arial"/>
                <a:ea typeface="Arial"/>
                <a:cs typeface="Arial"/>
              </a:defRPr>
            </a:pPr>
            <a:r>
              <a:rPr sz="900" b="1">
                <a:solidFill>
                  <a:srgbClr val="FFFFFF"/>
                </a:solidFill>
                <a:latin typeface="Arial"/>
                <a:ea typeface="Arial"/>
                <a:cs typeface="Arial"/>
              </a:rPr>
              <a:t>Ý tưởng</a:t>
            </a:r>
          </a:p>
        </p:txBody>
      </p:sp>
      <p:sp>
        <p:nvSpPr>
          <p:cNvPr id="13" name="">
            <a:extLst xmlns:a="http://schemas.openxmlformats.org/drawingml/2006/main">
              <a:ext uri="{FF2B5EF4-FFF2-40B4-BE49-F238E27FC236}">
                <a16:creationId xmlns:a16="http://schemas.microsoft.com/office/drawing/2014/main" id="{74CFB071-CD01-481C-8A32-9FEAFAAF4838}"/>
              </a:ext>
            </a:extLst>
          </p:cNvPr>
          <p:cNvSpPr>
            <a:spLocks xmlns:a="http://schemas.openxmlformats.org/drawingml/2006/main" noGrp="1"/>
          </p:cNvSpPr>
          <p:nvPr/>
        </p:nvSpPr>
        <p:spPr>
          <a:xfrm xmlns:a="http://schemas.openxmlformats.org/drawingml/2006/main">
            <a:off x="666750" y="4857750"/>
            <a:ext cx="1809750" cy="2476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88" b="0">
                <a:solidFill>
                  <a:srgbClr val="BFD0DE"/>
                </a:solidFill>
                <a:latin typeface="Arial"/>
                <a:ea typeface="Arial"/>
                <a:cs typeface="Arial"/>
              </a:defRPr>
            </a:pPr>
            <a:r>
              <a:rPr sz="788" b="0">
                <a:solidFill>
                  <a:srgbClr val="BFD0DE"/>
                </a:solidFill>
                <a:latin typeface="Arial"/>
                <a:ea typeface="Arial"/>
                <a:cs typeface="Arial"/>
              </a:rPr>
              <a:t>tour 360 + nhiệm vụ</a:t>
            </a:r>
          </a:p>
        </p:txBody>
      </p:sp>
      <p:sp>
        <p:nvSpPr>
          <p:cNvPr id="14" name="">
            <a:extLst xmlns:a="http://schemas.openxmlformats.org/drawingml/2006/main">
              <a:ext uri="{FF2B5EF4-FFF2-40B4-BE49-F238E27FC236}">
                <a16:creationId xmlns:a16="http://schemas.microsoft.com/office/drawing/2014/main" id="{F531C208-9703-4F87-BDAD-F528989A5383}"/>
              </a:ext>
            </a:extLst>
          </p:cNvPr>
          <p:cNvSpPr>
            <a:spLocks xmlns:a="http://schemas.openxmlformats.org/drawingml/2006/main" noGrp="1"/>
          </p:cNvSpPr>
          <p:nvPr/>
        </p:nvSpPr>
        <p:spPr>
          <a:xfrm xmlns:a="http://schemas.openxmlformats.org/drawingml/2006/main">
            <a:off x="2905125" y="4191000"/>
            <a:ext cx="762000" cy="4000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400" b="1">
                <a:solidFill>
                  <a:srgbClr val="D08A32"/>
                </a:solidFill>
                <a:latin typeface="Arial"/>
                <a:ea typeface="Arial"/>
                <a:cs typeface="Arial"/>
              </a:defRPr>
            </a:pPr>
            <a:r>
              <a:rPr sz="2400" b="1">
                <a:solidFill>
                  <a:srgbClr val="D08A32"/>
                </a:solidFill>
                <a:latin typeface="Arial"/>
                <a:ea typeface="Arial"/>
                <a:cs typeface="Arial"/>
              </a:rPr>
              <a:t>02</a:t>
            </a:r>
          </a:p>
        </p:txBody>
      </p:sp>
      <p:sp>
        <p:nvSpPr>
          <p:cNvPr id="15" name="">
            <a:extLst xmlns:a="http://schemas.openxmlformats.org/drawingml/2006/main">
              <a:ext uri="{FF2B5EF4-FFF2-40B4-BE49-F238E27FC236}">
                <a16:creationId xmlns:a16="http://schemas.microsoft.com/office/drawing/2014/main" id="{DF1C1B3A-8A9A-4826-B488-5B5FC7E06BBA}"/>
              </a:ext>
            </a:extLst>
          </p:cNvPr>
          <p:cNvSpPr>
            <a:spLocks xmlns:a="http://schemas.openxmlformats.org/drawingml/2006/main" noGrp="1"/>
          </p:cNvSpPr>
          <p:nvPr/>
        </p:nvSpPr>
        <p:spPr>
          <a:xfrm xmlns:a="http://schemas.openxmlformats.org/drawingml/2006/main">
            <a:off x="2905125" y="4629150"/>
            <a:ext cx="1619250" cy="1905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00" b="1">
                <a:solidFill>
                  <a:srgbClr val="FFFFFF"/>
                </a:solidFill>
                <a:latin typeface="Arial"/>
                <a:ea typeface="Arial"/>
                <a:cs typeface="Arial"/>
              </a:defRPr>
            </a:pPr>
            <a:r>
              <a:rPr sz="900" b="1">
                <a:solidFill>
                  <a:srgbClr val="FFFFFF"/>
                </a:solidFill>
                <a:latin typeface="Arial"/>
                <a:ea typeface="Arial"/>
                <a:cs typeface="Arial"/>
              </a:rPr>
              <a:t>Công nghệ</a:t>
            </a:r>
          </a:p>
        </p:txBody>
      </p:sp>
      <p:sp>
        <p:nvSpPr>
          <p:cNvPr id="16" name="">
            <a:extLst xmlns:a="http://schemas.openxmlformats.org/drawingml/2006/main">
              <a:ext uri="{FF2B5EF4-FFF2-40B4-BE49-F238E27FC236}">
                <a16:creationId xmlns:a16="http://schemas.microsoft.com/office/drawing/2014/main" id="{C9D4F653-EFE9-4897-A97A-5A49CFD1D840}"/>
              </a:ext>
            </a:extLst>
          </p:cNvPr>
          <p:cNvSpPr>
            <a:spLocks xmlns:a="http://schemas.openxmlformats.org/drawingml/2006/main" noGrp="1"/>
          </p:cNvSpPr>
          <p:nvPr/>
        </p:nvSpPr>
        <p:spPr>
          <a:xfrm xmlns:a="http://schemas.openxmlformats.org/drawingml/2006/main">
            <a:off x="2905125" y="4857750"/>
            <a:ext cx="1809750" cy="2476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88" b="0">
                <a:solidFill>
                  <a:srgbClr val="BFD0DE"/>
                </a:solidFill>
                <a:latin typeface="Arial"/>
                <a:ea typeface="Arial"/>
                <a:cs typeface="Arial"/>
              </a:defRPr>
            </a:pPr>
            <a:r>
              <a:rPr sz="788" b="0">
                <a:solidFill>
                  <a:srgbClr val="BFD0DE"/>
                </a:solidFill>
                <a:latin typeface="Arial"/>
                <a:ea typeface="Arial"/>
                <a:cs typeface="Arial"/>
              </a:rPr>
              <a:t>HTML/CSS/JS + Firebase</a:t>
            </a:r>
          </a:p>
        </p:txBody>
      </p:sp>
      <p:sp>
        <p:nvSpPr>
          <p:cNvPr id="17" name="">
            <a:extLst xmlns:a="http://schemas.openxmlformats.org/drawingml/2006/main">
              <a:ext uri="{FF2B5EF4-FFF2-40B4-BE49-F238E27FC236}">
                <a16:creationId xmlns:a16="http://schemas.microsoft.com/office/drawing/2014/main" id="{410EDC31-813B-46F1-9D74-9E1A2E4D4894}"/>
              </a:ext>
            </a:extLst>
          </p:cNvPr>
          <p:cNvSpPr>
            <a:spLocks xmlns:a="http://schemas.openxmlformats.org/drawingml/2006/main" noGrp="1"/>
          </p:cNvSpPr>
          <p:nvPr/>
        </p:nvSpPr>
        <p:spPr>
          <a:xfrm xmlns:a="http://schemas.openxmlformats.org/drawingml/2006/main">
            <a:off x="5143500" y="4191000"/>
            <a:ext cx="762000" cy="4000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400" b="1">
                <a:solidFill>
                  <a:srgbClr val="D08A32"/>
                </a:solidFill>
                <a:latin typeface="Arial"/>
                <a:ea typeface="Arial"/>
                <a:cs typeface="Arial"/>
              </a:defRPr>
            </a:pPr>
            <a:r>
              <a:rPr sz="2400" b="1">
                <a:solidFill>
                  <a:srgbClr val="D08A32"/>
                </a:solidFill>
                <a:latin typeface="Arial"/>
                <a:ea typeface="Arial"/>
                <a:cs typeface="Arial"/>
              </a:rPr>
              <a:t>03</a:t>
            </a:r>
          </a:p>
        </p:txBody>
      </p:sp>
      <p:sp>
        <p:nvSpPr>
          <p:cNvPr id="18" name="">
            <a:extLst xmlns:a="http://schemas.openxmlformats.org/drawingml/2006/main">
              <a:ext uri="{FF2B5EF4-FFF2-40B4-BE49-F238E27FC236}">
                <a16:creationId xmlns:a16="http://schemas.microsoft.com/office/drawing/2014/main" id="{E4241E26-367C-481B-BFE5-3EFC7FAD0A70}"/>
              </a:ext>
            </a:extLst>
          </p:cNvPr>
          <p:cNvSpPr>
            <a:spLocks xmlns:a="http://schemas.openxmlformats.org/drawingml/2006/main" noGrp="1"/>
          </p:cNvSpPr>
          <p:nvPr/>
        </p:nvSpPr>
        <p:spPr>
          <a:xfrm xmlns:a="http://schemas.openxmlformats.org/drawingml/2006/main">
            <a:off x="5143500" y="4629150"/>
            <a:ext cx="1619250" cy="1905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00" b="1">
                <a:solidFill>
                  <a:srgbClr val="FFFFFF"/>
                </a:solidFill>
                <a:latin typeface="Arial"/>
                <a:ea typeface="Arial"/>
                <a:cs typeface="Arial"/>
              </a:defRPr>
            </a:pPr>
            <a:r>
              <a:rPr sz="900" b="1">
                <a:solidFill>
                  <a:srgbClr val="FFFFFF"/>
                </a:solidFill>
                <a:latin typeface="Arial"/>
                <a:ea typeface="Arial"/>
                <a:cs typeface="Arial"/>
              </a:rPr>
              <a:t>Demo</a:t>
            </a:r>
          </a:p>
        </p:txBody>
      </p:sp>
      <p:sp>
        <p:nvSpPr>
          <p:cNvPr id="19" name="">
            <a:extLst xmlns:a="http://schemas.openxmlformats.org/drawingml/2006/main">
              <a:ext uri="{FF2B5EF4-FFF2-40B4-BE49-F238E27FC236}">
                <a16:creationId xmlns:a16="http://schemas.microsoft.com/office/drawing/2014/main" id="{9C8A0030-FBF5-46AE-AE4A-E0425B5C1868}"/>
              </a:ext>
            </a:extLst>
          </p:cNvPr>
          <p:cNvSpPr>
            <a:spLocks xmlns:a="http://schemas.openxmlformats.org/drawingml/2006/main" noGrp="1"/>
          </p:cNvSpPr>
          <p:nvPr/>
        </p:nvSpPr>
        <p:spPr>
          <a:xfrm xmlns:a="http://schemas.openxmlformats.org/drawingml/2006/main">
            <a:off x="5143500" y="4857750"/>
            <a:ext cx="1809750" cy="2476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88" b="0">
                <a:solidFill>
                  <a:srgbClr val="BFD0DE"/>
                </a:solidFill>
                <a:latin typeface="Arial"/>
                <a:ea typeface="Arial"/>
                <a:cs typeface="Arial"/>
              </a:defRPr>
            </a:pPr>
            <a:r>
              <a:rPr sz="788" b="0">
                <a:solidFill>
                  <a:srgbClr val="BFD0DE"/>
                </a:solidFill>
                <a:latin typeface="Arial"/>
                <a:ea typeface="Arial"/>
                <a:cs typeface="Arial"/>
              </a:rPr>
              <a:t>đăng nhập, tour, guide</a:t>
            </a:r>
          </a:p>
        </p:txBody>
      </p:sp>
      <p:sp>
        <p:nvSpPr>
          <p:cNvPr id="20" name="">
            <a:extLst xmlns:a="http://schemas.openxmlformats.org/drawingml/2006/main">
              <a:ext uri="{FF2B5EF4-FFF2-40B4-BE49-F238E27FC236}">
                <a16:creationId xmlns:a16="http://schemas.microsoft.com/office/drawing/2014/main" id="{8F765F37-0D0B-4581-956E-F92A9A530FC3}"/>
              </a:ext>
            </a:extLst>
          </p:cNvPr>
          <p:cNvSpPr>
            <a:spLocks xmlns:a="http://schemas.openxmlformats.org/drawingml/2006/main" noGrp="1"/>
          </p:cNvSpPr>
          <p:nvPr/>
        </p:nvSpPr>
        <p:spPr>
          <a:xfrm xmlns:a="http://schemas.openxmlformats.org/drawingml/2006/main">
            <a:off x="4248150" y="5581650"/>
            <a:ext cx="2286000" cy="285750"/>
          </a:xfrm>
          <a:prstGeom xmlns:a="http://schemas.openxmlformats.org/drawingml/2006/main" prst="roundRect">
            <a:avLst>
              <a:gd name="adj" fmla="val 26667"/>
            </a:avLst>
          </a:prstGeom>
          <a:solidFill xmlns:a="http://schemas.openxmlformats.org/drawingml/2006/main">
            <a:srgbClr val="D08A32"/>
          </a:solidFill>
          <a:ln xmlns:a="http://schemas.openxmlformats.org/drawingml/2006/main" w="0">
            <a:solidFill>
              <a:srgbClr val="000000">
                <a:alpha val="0"/>
              </a:srgbClr>
            </a:solidFill>
            <a:prstDash val="solid"/>
          </a:ln>
        </p:spPr>
      </p:sp>
      <p:sp>
        <p:nvSpPr>
          <p:cNvPr id="21" name="">
            <a:extLst xmlns:a="http://schemas.openxmlformats.org/drawingml/2006/main">
              <a:ext uri="{FF2B5EF4-FFF2-40B4-BE49-F238E27FC236}">
                <a16:creationId xmlns:a16="http://schemas.microsoft.com/office/drawing/2014/main" id="{4E71A71E-FBB3-4307-8427-AD9EB38D8716}"/>
              </a:ext>
            </a:extLst>
          </p:cNvPr>
          <p:cNvSpPr>
            <a:spLocks xmlns:a="http://schemas.openxmlformats.org/drawingml/2006/main" noGrp="1"/>
          </p:cNvSpPr>
          <p:nvPr/>
        </p:nvSpPr>
        <p:spPr>
          <a:xfrm xmlns:a="http://schemas.openxmlformats.org/drawingml/2006/main">
            <a:off x="4362450" y="5638800"/>
            <a:ext cx="2057400" cy="1524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750" b="1">
                <a:solidFill>
                  <a:srgbClr val="0F1B2A"/>
                </a:solidFill>
                <a:latin typeface="Arial"/>
                <a:ea typeface="Arial"/>
                <a:cs typeface="Arial"/>
              </a:defRPr>
            </a:pPr>
            <a:r>
              <a:rPr sz="750" b="1">
                <a:solidFill>
                  <a:srgbClr val="0F1B2A"/>
                </a:solidFill>
                <a:latin typeface="Arial"/>
                <a:ea typeface="Arial"/>
                <a:cs typeface="Arial"/>
              </a:rPr>
              <a:t>Thời lượng trình bày: 5 phút</a:t>
            </a:r>
          </a:p>
        </p:txBody>
      </p:sp>
      <p:sp>
        <p:nvSpPr>
          <p:cNvPr id="22" name="">
            <a:extLst xmlns:a="http://schemas.openxmlformats.org/drawingml/2006/main">
              <a:ext uri="{FF2B5EF4-FFF2-40B4-BE49-F238E27FC236}">
                <a16:creationId xmlns:a16="http://schemas.microsoft.com/office/drawing/2014/main" id="{1E030A0B-406D-40E5-89CD-47A1AFEBD08F}"/>
              </a:ext>
            </a:extLst>
          </p:cNvPr>
          <p:cNvSpPr>
            <a:spLocks xmlns:a="http://schemas.openxmlformats.org/drawingml/2006/main" noGrp="1"/>
          </p:cNvSpPr>
          <p:nvPr/>
        </p:nvSpPr>
        <p:spPr>
          <a:xfrm xmlns:a="http://schemas.openxmlformats.org/drawingml/2006/main">
            <a:off x="609600" y="6343650"/>
            <a:ext cx="5715000" cy="9525"/>
          </a:xfrm>
          <a:prstGeom xmlns:a="http://schemas.openxmlformats.org/drawingml/2006/main" prst="rect">
            <a:avLst/>
          </a:prstGeom>
          <a:solidFill xmlns:a="http://schemas.openxmlformats.org/drawingml/2006/main">
            <a:srgbClr val="D8CDBD"/>
          </a:solidFill>
          <a:ln xmlns:a="http://schemas.openxmlformats.org/drawingml/2006/main" w="0">
            <a:solidFill>
              <a:srgbClr val="000000">
                <a:alpha val="0"/>
              </a:srgbClr>
            </a:solidFill>
            <a:prstDash val="solid"/>
          </a:ln>
        </p:spPr>
      </p:sp>
      <p:sp>
        <p:nvSpPr>
          <p:cNvPr id="23" name="">
            <a:extLst xmlns:a="http://schemas.openxmlformats.org/drawingml/2006/main">
              <a:ext uri="{FF2B5EF4-FFF2-40B4-BE49-F238E27FC236}">
                <a16:creationId xmlns:a16="http://schemas.microsoft.com/office/drawing/2014/main" id="{DCCC87FD-D75E-4630-9BC2-2B402031E683}"/>
              </a:ext>
            </a:extLst>
          </p:cNvPr>
          <p:cNvSpPr>
            <a:spLocks xmlns:a="http://schemas.openxmlformats.org/drawingml/2006/main" noGrp="1"/>
          </p:cNvSpPr>
          <p:nvPr/>
        </p:nvSpPr>
        <p:spPr>
          <a:xfrm xmlns:a="http://schemas.openxmlformats.org/drawingml/2006/main">
            <a:off x="609600" y="6457950"/>
            <a:ext cx="53340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638" b="0">
                <a:solidFill>
                  <a:srgbClr val="BFD0DE"/>
                </a:solidFill>
                <a:latin typeface="Arial"/>
                <a:ea typeface="Arial"/>
                <a:cs typeface="Arial"/>
              </a:defRPr>
            </a:pPr>
            <a:r>
              <a:rPr sz="638" b="0">
                <a:solidFill>
                  <a:srgbClr val="BFD0DE"/>
                </a:solidFill>
                <a:latin typeface="Arial"/>
                <a:ea typeface="Arial"/>
                <a:cs typeface="Arial"/>
              </a:rPr>
              <a:t>VKU 360 Quest | Ý tưởng - Công nghệ - Demo sản phẩm</a:t>
            </a:r>
          </a:p>
        </p:txBody>
      </p:sp>
      <p:sp>
        <p:nvSpPr>
          <p:cNvPr id="24" name="">
            <a:extLst xmlns:a="http://schemas.openxmlformats.org/drawingml/2006/main">
              <a:ext uri="{FF2B5EF4-FFF2-40B4-BE49-F238E27FC236}">
                <a16:creationId xmlns:a16="http://schemas.microsoft.com/office/drawing/2014/main" id="{4BF28ABF-20A0-41D9-A55E-6833232298C4}"/>
              </a:ext>
            </a:extLst>
          </p:cNvPr>
          <p:cNvSpPr>
            <a:spLocks xmlns:a="http://schemas.openxmlformats.org/drawingml/2006/main" noGrp="1"/>
          </p:cNvSpPr>
          <p:nvPr/>
        </p:nvSpPr>
        <p:spPr>
          <a:xfrm xmlns:a="http://schemas.openxmlformats.org/drawingml/2006/main">
            <a:off x="6115050" y="6400800"/>
            <a:ext cx="6858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900" b="1">
                <a:solidFill>
                  <a:srgbClr val="BFD0DE"/>
                </a:solidFill>
                <a:latin typeface="Arial"/>
                <a:ea typeface="Arial"/>
                <a:cs typeface="Arial"/>
              </a:defRPr>
            </a:pPr>
            <a:r>
              <a:rPr sz="900" b="1">
                <a:solidFill>
                  <a:srgbClr val="BFD0DE"/>
                </a:solidFill>
                <a:latin typeface="Arial"/>
                <a:ea typeface="Arial"/>
                <a:cs typeface="Arial"/>
              </a:rPr>
              <a:t>01</a:t>
            </a:r>
          </a:p>
        </p:txBody>
      </p:sp>
    </p:spTree>
    <p:extLst>
      <p:ext uri="{BB962C8B-B14F-4D97-AF65-F5344CB8AC3E}">
        <p14:creationId xmlns:p14="http://schemas.microsoft.com/office/powerpoint/2010/main" val="187139654"/>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E5382082-E3B1-426C-84CE-9A2441F8FA59}"/>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7F2EA"/>
          </a:solidFill>
          <a:ln xmlns:a="http://schemas.openxmlformats.org/drawingml/2006/main" w="0">
            <a:solidFill>
              <a:srgbClr val="000000">
                <a:alpha val="0"/>
              </a:srgbClr>
            </a:solidFill>
            <a:prstDash val="solid"/>
          </a:ln>
        </p:spPr>
      </p:sp>
      <p:sp>
        <p:nvSpPr>
          <p:cNvPr id="2" name="kicker-marker">
            <a:extLst xmlns:a="http://schemas.openxmlformats.org/drawingml/2006/main">
              <a:ext uri="{FF2B5EF4-FFF2-40B4-BE49-F238E27FC236}">
                <a16:creationId xmlns:a16="http://schemas.microsoft.com/office/drawing/2014/main" id="{EEB42EAB-4931-41EF-8739-709F63787BAF}"/>
              </a:ext>
            </a:extLst>
          </p:cNvPr>
          <p:cNvSpPr>
            <a:spLocks xmlns:a="http://schemas.openxmlformats.org/drawingml/2006/main" noGrp="1"/>
          </p:cNvSpPr>
          <p:nvPr/>
        </p:nvSpPr>
        <p:spPr>
          <a:xfrm xmlns:a="http://schemas.openxmlformats.org/drawingml/2006/main">
            <a:off x="609600" y="523875"/>
            <a:ext cx="76200" cy="76200"/>
          </a:xfrm>
          <a:prstGeom xmlns:a="http://schemas.openxmlformats.org/drawingml/2006/main" prst="rect">
            <a:avLst/>
          </a:prstGeom>
          <a:solidFill xmlns:a="http://schemas.openxmlformats.org/drawingml/2006/main">
            <a:srgbClr val="176B87"/>
          </a:solidFill>
          <a:ln xmlns:a="http://schemas.openxmlformats.org/drawingml/2006/main" w="0">
            <a:solidFill>
              <a:srgbClr val="000000">
                <a:alpha val="0"/>
              </a:srgbClr>
            </a:solidFill>
            <a:prstDash val="solid"/>
          </a:ln>
        </p:spPr>
      </p:sp>
      <p:sp>
        <p:nvSpPr>
          <p:cNvPr id="3" name="kicker-label">
            <a:extLst xmlns:a="http://schemas.openxmlformats.org/drawingml/2006/main">
              <a:ext uri="{FF2B5EF4-FFF2-40B4-BE49-F238E27FC236}">
                <a16:creationId xmlns:a16="http://schemas.microsoft.com/office/drawing/2014/main" id="{79FBB8BE-6061-4E17-B11C-F52732251744}"/>
              </a:ext>
            </a:extLst>
          </p:cNvPr>
          <p:cNvSpPr>
            <a:spLocks xmlns:a="http://schemas.openxmlformats.org/drawingml/2006/main" noGrp="1"/>
          </p:cNvSpPr>
          <p:nvPr/>
        </p:nvSpPr>
        <p:spPr>
          <a:xfrm xmlns:a="http://schemas.openxmlformats.org/drawingml/2006/main">
            <a:off x="781050" y="457200"/>
            <a:ext cx="342900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88" b="1">
                <a:solidFill>
                  <a:srgbClr val="607080"/>
                </a:solidFill>
                <a:latin typeface="Arial"/>
                <a:ea typeface="Arial"/>
                <a:cs typeface="Arial"/>
              </a:defRPr>
            </a:pPr>
            <a:r>
              <a:rPr sz="788" b="1">
                <a:solidFill>
                  <a:srgbClr val="607080"/>
                </a:solidFill>
                <a:latin typeface="Arial"/>
                <a:ea typeface="Arial"/>
                <a:cs typeface="Arial"/>
              </a:rPr>
              <a:t>Ý TƯỞNG SẢN PHẨM</a:t>
            </a:r>
          </a:p>
        </p:txBody>
      </p:sp>
      <p:sp>
        <p:nvSpPr>
          <p:cNvPr id="4" name="">
            <a:extLst xmlns:a="http://schemas.openxmlformats.org/drawingml/2006/main">
              <a:ext uri="{FF2B5EF4-FFF2-40B4-BE49-F238E27FC236}">
                <a16:creationId xmlns:a16="http://schemas.microsoft.com/office/drawing/2014/main" id="{FE0DF913-8DA2-4F50-A470-29CE4692DF00}"/>
              </a:ext>
            </a:extLst>
          </p:cNvPr>
          <p:cNvSpPr>
            <a:spLocks xmlns:a="http://schemas.openxmlformats.org/drawingml/2006/main" noGrp="1"/>
          </p:cNvSpPr>
          <p:nvPr/>
        </p:nvSpPr>
        <p:spPr>
          <a:xfrm xmlns:a="http://schemas.openxmlformats.org/drawingml/2006/main">
            <a:off x="609600" y="800100"/>
            <a:ext cx="8858250" cy="9144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550" b="1">
                <a:solidFill>
                  <a:srgbClr val="12212F"/>
                </a:solidFill>
                <a:latin typeface="Arial"/>
                <a:ea typeface="Arial"/>
                <a:cs typeface="Arial"/>
              </a:defRPr>
            </a:pPr>
            <a:r>
              <a:rPr sz="2550" b="1">
                <a:solidFill>
                  <a:srgbClr val="12212F"/>
                </a:solidFill>
                <a:latin typeface="Arial"/>
                <a:ea typeface="Arial"/>
                <a:cs typeface="Arial"/>
              </a:rPr>
              <a:t>Từ trang giới thiệu tĩnh thành hành trình khám phá có tương tác.</a:t>
            </a:r>
          </a:p>
        </p:txBody>
      </p:sp>
      <p:sp>
        <p:nvSpPr>
          <p:cNvPr id="5" name="">
            <a:extLst xmlns:a="http://schemas.openxmlformats.org/drawingml/2006/main">
              <a:ext uri="{FF2B5EF4-FFF2-40B4-BE49-F238E27FC236}">
                <a16:creationId xmlns:a16="http://schemas.microsoft.com/office/drawing/2014/main" id="{B5143EA2-D7A7-408A-AF20-A2E2C0792DF8}"/>
              </a:ext>
            </a:extLst>
          </p:cNvPr>
          <p:cNvSpPr>
            <a:spLocks xmlns:a="http://schemas.openxmlformats.org/drawingml/2006/main" noGrp="1"/>
          </p:cNvSpPr>
          <p:nvPr/>
        </p:nvSpPr>
        <p:spPr>
          <a:xfrm xmlns:a="http://schemas.openxmlformats.org/drawingml/2006/main">
            <a:off x="628650" y="1771650"/>
            <a:ext cx="8001000" cy="552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607080"/>
                </a:solidFill>
                <a:latin typeface="Arial"/>
                <a:ea typeface="Arial"/>
                <a:cs typeface="Arial"/>
              </a:defRPr>
            </a:pPr>
            <a:r>
              <a:rPr sz="1125" b="0">
                <a:solidFill>
                  <a:srgbClr val="607080"/>
                </a:solidFill>
                <a:latin typeface="Arial"/>
                <a:ea typeface="Arial"/>
                <a:cs typeface="Arial"/>
              </a:rPr>
              <a:t>Tân sinh viên thường cần hình dung vị trí, chức năng từng khu và nên đi đâu tiếp theo. Website giải quyết bằng trải nghiệm 360° theo chặng, có nhiệm vụ và hướng dẫn cá nhân hóa.</a:t>
            </a:r>
          </a:p>
        </p:txBody>
      </p:sp>
      <p:sp>
        <p:nvSpPr>
          <p:cNvPr id="6" name="">
            <a:extLst xmlns:a="http://schemas.openxmlformats.org/drawingml/2006/main">
              <a:ext uri="{FF2B5EF4-FFF2-40B4-BE49-F238E27FC236}">
                <a16:creationId xmlns:a16="http://schemas.microsoft.com/office/drawing/2014/main" id="{025F7C54-7655-4088-B26F-5AB612E2398C}"/>
              </a:ext>
            </a:extLst>
          </p:cNvPr>
          <p:cNvSpPr>
            <a:spLocks xmlns:a="http://schemas.openxmlformats.org/drawingml/2006/main" noGrp="1"/>
          </p:cNvSpPr>
          <p:nvPr/>
        </p:nvSpPr>
        <p:spPr>
          <a:xfrm xmlns:a="http://schemas.openxmlformats.org/drawingml/2006/main">
            <a:off x="876300" y="2809875"/>
            <a:ext cx="2095500" cy="2476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350" b="1">
                <a:solidFill>
                  <a:srgbClr val="B44D35"/>
                </a:solidFill>
                <a:latin typeface="Arial"/>
                <a:ea typeface="Arial"/>
                <a:cs typeface="Arial"/>
              </a:defRPr>
            </a:pPr>
            <a:r>
              <a:rPr sz="1350" b="1">
                <a:solidFill>
                  <a:srgbClr val="B44D35"/>
                </a:solidFill>
                <a:latin typeface="Arial"/>
                <a:ea typeface="Arial"/>
                <a:cs typeface="Arial"/>
              </a:rPr>
              <a:t>Trước đây</a:t>
            </a:r>
          </a:p>
        </p:txBody>
      </p:sp>
      <p:sp>
        <p:nvSpPr>
          <p:cNvPr id="7" name="">
            <a:extLst xmlns:a="http://schemas.openxmlformats.org/drawingml/2006/main">
              <a:ext uri="{FF2B5EF4-FFF2-40B4-BE49-F238E27FC236}">
                <a16:creationId xmlns:a16="http://schemas.microsoft.com/office/drawing/2014/main" id="{BD9202A0-A0BF-4247-9288-BAA391FBEE62}"/>
              </a:ext>
            </a:extLst>
          </p:cNvPr>
          <p:cNvSpPr>
            <a:spLocks xmlns:a="http://schemas.openxmlformats.org/drawingml/2006/main" noGrp="1"/>
          </p:cNvSpPr>
          <p:nvPr/>
        </p:nvSpPr>
        <p:spPr>
          <a:xfrm xmlns:a="http://schemas.openxmlformats.org/drawingml/2006/main">
            <a:off x="781050" y="3190875"/>
            <a:ext cx="4000500" cy="1200150"/>
          </a:xfrm>
          <a:prstGeom xmlns:a="http://schemas.openxmlformats.org/drawingml/2006/main" prst="rect">
            <a:avLst/>
          </a:prstGeom>
          <a:solidFill xmlns:a="http://schemas.openxmlformats.org/drawingml/2006/main">
            <a:srgbClr val="FFFFFF"/>
          </a:solidFill>
          <a:ln xmlns:a="http://schemas.openxmlformats.org/drawingml/2006/main" w="9525">
            <a:solidFill>
              <a:srgbClr val="D8CDBD"/>
            </a:solidFill>
            <a:prstDash val="solid"/>
          </a:ln>
        </p:spPr>
      </p:sp>
      <p:sp>
        <p:nvSpPr>
          <p:cNvPr id="8" name="">
            <a:extLst xmlns:a="http://schemas.openxmlformats.org/drawingml/2006/main">
              <a:ext uri="{FF2B5EF4-FFF2-40B4-BE49-F238E27FC236}">
                <a16:creationId xmlns:a16="http://schemas.microsoft.com/office/drawing/2014/main" id="{2E78DD7B-5E2D-4900-9409-BEE9FCFFBAA7}"/>
              </a:ext>
            </a:extLst>
          </p:cNvPr>
          <p:cNvSpPr>
            <a:spLocks xmlns:a="http://schemas.openxmlformats.org/drawingml/2006/main" noGrp="1"/>
          </p:cNvSpPr>
          <p:nvPr/>
        </p:nvSpPr>
        <p:spPr>
          <a:xfrm xmlns:a="http://schemas.openxmlformats.org/drawingml/2006/main">
            <a:off x="781050" y="3190875"/>
            <a:ext cx="57150" cy="1200150"/>
          </a:xfrm>
          <a:prstGeom xmlns:a="http://schemas.openxmlformats.org/drawingml/2006/main" prst="rect">
            <a:avLst/>
          </a:prstGeom>
          <a:solidFill xmlns:a="http://schemas.openxmlformats.org/drawingml/2006/main">
            <a:srgbClr val="B44D35"/>
          </a:solidFill>
          <a:ln xmlns:a="http://schemas.openxmlformats.org/drawingml/2006/main" w="0">
            <a:solidFill>
              <a:srgbClr val="000000">
                <a:alpha val="0"/>
              </a:srgbClr>
            </a:solidFill>
            <a:prstDash val="solid"/>
          </a:ln>
        </p:spPr>
      </p:sp>
      <p:sp>
        <p:nvSpPr>
          <p:cNvPr id="9" name="">
            <a:extLst xmlns:a="http://schemas.openxmlformats.org/drawingml/2006/main">
              <a:ext uri="{FF2B5EF4-FFF2-40B4-BE49-F238E27FC236}">
                <a16:creationId xmlns:a16="http://schemas.microsoft.com/office/drawing/2014/main" id="{BFCE9197-6CF0-47CA-9C1A-93799E3E4A8F}"/>
              </a:ext>
            </a:extLst>
          </p:cNvPr>
          <p:cNvSpPr>
            <a:spLocks xmlns:a="http://schemas.openxmlformats.org/drawingml/2006/main" noGrp="1"/>
          </p:cNvSpPr>
          <p:nvPr/>
        </p:nvSpPr>
        <p:spPr>
          <a:xfrm xmlns:a="http://schemas.openxmlformats.org/drawingml/2006/main">
            <a:off x="952500" y="3343275"/>
            <a:ext cx="367665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1">
                <a:solidFill>
                  <a:srgbClr val="12212F"/>
                </a:solidFill>
                <a:latin typeface="Arial"/>
                <a:ea typeface="Arial"/>
                <a:cs typeface="Arial"/>
              </a:defRPr>
            </a:pPr>
            <a:r>
              <a:rPr sz="1200" b="1">
                <a:solidFill>
                  <a:srgbClr val="12212F"/>
                </a:solidFill>
                <a:latin typeface="Arial"/>
                <a:ea typeface="Arial"/>
                <a:cs typeface="Arial"/>
              </a:rPr>
              <a:t>Xem thông tin rời rạc</a:t>
            </a:r>
          </a:p>
        </p:txBody>
      </p:sp>
      <p:sp>
        <p:nvSpPr>
          <p:cNvPr id="10" name="">
            <a:extLst xmlns:a="http://schemas.openxmlformats.org/drawingml/2006/main">
              <a:ext uri="{FF2B5EF4-FFF2-40B4-BE49-F238E27FC236}">
                <a16:creationId xmlns:a16="http://schemas.microsoft.com/office/drawing/2014/main" id="{652E89AB-113F-4B99-AEC9-798FCB8F98A9}"/>
              </a:ext>
            </a:extLst>
          </p:cNvPr>
          <p:cNvSpPr>
            <a:spLocks xmlns:a="http://schemas.openxmlformats.org/drawingml/2006/main" noGrp="1"/>
          </p:cNvSpPr>
          <p:nvPr/>
        </p:nvSpPr>
        <p:spPr>
          <a:xfrm xmlns:a="http://schemas.openxmlformats.org/drawingml/2006/main">
            <a:off x="952500" y="3629025"/>
            <a:ext cx="3676650" cy="666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63" b="0">
                <a:solidFill>
                  <a:srgbClr val="607080"/>
                </a:solidFill>
                <a:latin typeface="Arial"/>
                <a:ea typeface="Arial"/>
                <a:cs typeface="Arial"/>
              </a:defRPr>
            </a:pPr>
            <a:r>
              <a:rPr sz="863" b="0">
                <a:solidFill>
                  <a:srgbClr val="607080"/>
                </a:solidFill>
                <a:latin typeface="Arial"/>
                <a:ea typeface="Arial"/>
                <a:cs typeface="Arial"/>
              </a:rPr>
              <a:t>Ảnh, bài giới thiệu, bản đồ tĩnh; người dùng khó nhớ và khó hình dung hành trình.</a:t>
            </a:r>
          </a:p>
        </p:txBody>
      </p:sp>
      <p:sp>
        <p:nvSpPr>
          <p:cNvPr id="11" name="">
            <a:extLst xmlns:a="http://schemas.openxmlformats.org/drawingml/2006/main">
              <a:ext uri="{FF2B5EF4-FFF2-40B4-BE49-F238E27FC236}">
                <a16:creationId xmlns:a16="http://schemas.microsoft.com/office/drawing/2014/main" id="{940677AA-D55A-42EF-B699-3FADF671638C}"/>
              </a:ext>
            </a:extLst>
          </p:cNvPr>
          <p:cNvSpPr>
            <a:spLocks xmlns:a="http://schemas.openxmlformats.org/drawingml/2006/main" noGrp="1"/>
          </p:cNvSpPr>
          <p:nvPr/>
        </p:nvSpPr>
        <p:spPr>
          <a:xfrm xmlns:a="http://schemas.openxmlformats.org/drawingml/2006/main">
            <a:off x="781050" y="4619625"/>
            <a:ext cx="4000500" cy="1200150"/>
          </a:xfrm>
          <a:prstGeom xmlns:a="http://schemas.openxmlformats.org/drawingml/2006/main" prst="rect">
            <a:avLst/>
          </a:prstGeom>
          <a:solidFill xmlns:a="http://schemas.openxmlformats.org/drawingml/2006/main">
            <a:srgbClr val="FFFFFF"/>
          </a:solidFill>
          <a:ln xmlns:a="http://schemas.openxmlformats.org/drawingml/2006/main" w="9525">
            <a:solidFill>
              <a:srgbClr val="D8CDBD"/>
            </a:solidFill>
            <a:prstDash val="solid"/>
          </a:ln>
        </p:spPr>
      </p:sp>
      <p:sp>
        <p:nvSpPr>
          <p:cNvPr id="12" name="">
            <a:extLst xmlns:a="http://schemas.openxmlformats.org/drawingml/2006/main">
              <a:ext uri="{FF2B5EF4-FFF2-40B4-BE49-F238E27FC236}">
                <a16:creationId xmlns:a16="http://schemas.microsoft.com/office/drawing/2014/main" id="{BA5B6EE0-3E72-408C-B859-B29D9BBA36ED}"/>
              </a:ext>
            </a:extLst>
          </p:cNvPr>
          <p:cNvSpPr>
            <a:spLocks xmlns:a="http://schemas.openxmlformats.org/drawingml/2006/main" noGrp="1"/>
          </p:cNvSpPr>
          <p:nvPr/>
        </p:nvSpPr>
        <p:spPr>
          <a:xfrm xmlns:a="http://schemas.openxmlformats.org/drawingml/2006/main">
            <a:off x="781050" y="4619625"/>
            <a:ext cx="57150" cy="1200150"/>
          </a:xfrm>
          <a:prstGeom xmlns:a="http://schemas.openxmlformats.org/drawingml/2006/main" prst="rect">
            <a:avLst/>
          </a:prstGeom>
          <a:solidFill xmlns:a="http://schemas.openxmlformats.org/drawingml/2006/main">
            <a:srgbClr val="B44D35"/>
          </a:solidFill>
          <a:ln xmlns:a="http://schemas.openxmlformats.org/drawingml/2006/main" w="0">
            <a:solidFill>
              <a:srgbClr val="000000">
                <a:alpha val="0"/>
              </a:srgbClr>
            </a:solidFill>
            <a:prstDash val="solid"/>
          </a:ln>
        </p:spPr>
      </p:sp>
      <p:sp>
        <p:nvSpPr>
          <p:cNvPr id="13" name="">
            <a:extLst xmlns:a="http://schemas.openxmlformats.org/drawingml/2006/main">
              <a:ext uri="{FF2B5EF4-FFF2-40B4-BE49-F238E27FC236}">
                <a16:creationId xmlns:a16="http://schemas.microsoft.com/office/drawing/2014/main" id="{7E3C521C-CE1B-4DD0-AA8B-3FD3B6120903}"/>
              </a:ext>
            </a:extLst>
          </p:cNvPr>
          <p:cNvSpPr>
            <a:spLocks xmlns:a="http://schemas.openxmlformats.org/drawingml/2006/main" noGrp="1"/>
          </p:cNvSpPr>
          <p:nvPr/>
        </p:nvSpPr>
        <p:spPr>
          <a:xfrm xmlns:a="http://schemas.openxmlformats.org/drawingml/2006/main">
            <a:off x="952500" y="4772025"/>
            <a:ext cx="367665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1">
                <a:solidFill>
                  <a:srgbClr val="12212F"/>
                </a:solidFill>
                <a:latin typeface="Arial"/>
                <a:ea typeface="Arial"/>
                <a:cs typeface="Arial"/>
              </a:defRPr>
            </a:pPr>
            <a:r>
              <a:rPr sz="1200" b="1">
                <a:solidFill>
                  <a:srgbClr val="12212F"/>
                </a:solidFill>
                <a:latin typeface="Arial"/>
                <a:ea typeface="Arial"/>
                <a:cs typeface="Arial"/>
              </a:rPr>
              <a:t>Ít tương tác</a:t>
            </a:r>
          </a:p>
        </p:txBody>
      </p:sp>
      <p:sp>
        <p:nvSpPr>
          <p:cNvPr id="14" name="">
            <a:extLst xmlns:a="http://schemas.openxmlformats.org/drawingml/2006/main">
              <a:ext uri="{FF2B5EF4-FFF2-40B4-BE49-F238E27FC236}">
                <a16:creationId xmlns:a16="http://schemas.microsoft.com/office/drawing/2014/main" id="{239E0A3E-8198-43A5-BCAA-28CFD8DB02AB}"/>
              </a:ext>
            </a:extLst>
          </p:cNvPr>
          <p:cNvSpPr>
            <a:spLocks xmlns:a="http://schemas.openxmlformats.org/drawingml/2006/main" noGrp="1"/>
          </p:cNvSpPr>
          <p:nvPr/>
        </p:nvSpPr>
        <p:spPr>
          <a:xfrm xmlns:a="http://schemas.openxmlformats.org/drawingml/2006/main">
            <a:off x="952500" y="5057775"/>
            <a:ext cx="3676650" cy="666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63" b="0">
                <a:solidFill>
                  <a:srgbClr val="607080"/>
                </a:solidFill>
                <a:latin typeface="Arial"/>
                <a:ea typeface="Arial"/>
                <a:cs typeface="Arial"/>
              </a:defRPr>
            </a:pPr>
            <a:r>
              <a:rPr sz="863" b="0">
                <a:solidFill>
                  <a:srgbClr val="607080"/>
                </a:solidFill>
                <a:latin typeface="Arial"/>
                <a:ea typeface="Arial"/>
                <a:cs typeface="Arial"/>
              </a:rPr>
              <a:t>Không có tiến trình, nhiệm vụ, thành tích hay trợ lý theo ngữ cảnh.</a:t>
            </a:r>
          </a:p>
        </p:txBody>
      </p:sp>
      <p:sp>
        <p:nvSpPr>
          <p:cNvPr id="15" name="">
            <a:extLst xmlns:a="http://schemas.openxmlformats.org/drawingml/2006/main">
              <a:ext uri="{FF2B5EF4-FFF2-40B4-BE49-F238E27FC236}">
                <a16:creationId xmlns:a16="http://schemas.microsoft.com/office/drawing/2014/main" id="{BD02F5B3-9A6B-436C-A178-069278ECAF45}"/>
              </a:ext>
            </a:extLst>
          </p:cNvPr>
          <p:cNvSpPr>
            <a:spLocks xmlns:a="http://schemas.openxmlformats.org/drawingml/2006/main" noGrp="1"/>
          </p:cNvSpPr>
          <p:nvPr/>
        </p:nvSpPr>
        <p:spPr>
          <a:xfrm xmlns:a="http://schemas.openxmlformats.org/drawingml/2006/main">
            <a:off x="6572250" y="2809875"/>
            <a:ext cx="2476500" cy="2476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350" b="1">
                <a:solidFill>
                  <a:srgbClr val="176B87"/>
                </a:solidFill>
                <a:latin typeface="Arial"/>
                <a:ea typeface="Arial"/>
                <a:cs typeface="Arial"/>
              </a:defRPr>
            </a:pPr>
            <a:r>
              <a:rPr sz="1350" b="1">
                <a:solidFill>
                  <a:srgbClr val="176B87"/>
                </a:solidFill>
                <a:latin typeface="Arial"/>
                <a:ea typeface="Arial"/>
                <a:cs typeface="Arial"/>
              </a:rPr>
              <a:t>VKU 360 Quest</a:t>
            </a:r>
          </a:p>
        </p:txBody>
      </p:sp>
      <p:sp>
        <p:nvSpPr>
          <p:cNvPr id="16" name="">
            <a:extLst xmlns:a="http://schemas.openxmlformats.org/drawingml/2006/main">
              <a:ext uri="{FF2B5EF4-FFF2-40B4-BE49-F238E27FC236}">
                <a16:creationId xmlns:a16="http://schemas.microsoft.com/office/drawing/2014/main" id="{8A4A03AA-391E-4DF7-98F8-5471BCD26965}"/>
              </a:ext>
            </a:extLst>
          </p:cNvPr>
          <p:cNvSpPr>
            <a:spLocks xmlns:a="http://schemas.openxmlformats.org/drawingml/2006/main" noGrp="1"/>
          </p:cNvSpPr>
          <p:nvPr/>
        </p:nvSpPr>
        <p:spPr>
          <a:xfrm xmlns:a="http://schemas.openxmlformats.org/drawingml/2006/main">
            <a:off x="6477000" y="3190875"/>
            <a:ext cx="4000500" cy="1200150"/>
          </a:xfrm>
          <a:prstGeom xmlns:a="http://schemas.openxmlformats.org/drawingml/2006/main" prst="rect">
            <a:avLst/>
          </a:prstGeom>
          <a:solidFill xmlns:a="http://schemas.openxmlformats.org/drawingml/2006/main">
            <a:srgbClr val="FFFFFF"/>
          </a:solidFill>
          <a:ln xmlns:a="http://schemas.openxmlformats.org/drawingml/2006/main" w="9525">
            <a:solidFill>
              <a:srgbClr val="D8CDBD"/>
            </a:solidFill>
            <a:prstDash val="solid"/>
          </a:ln>
        </p:spPr>
      </p:sp>
      <p:sp>
        <p:nvSpPr>
          <p:cNvPr id="17" name="">
            <a:extLst xmlns:a="http://schemas.openxmlformats.org/drawingml/2006/main">
              <a:ext uri="{FF2B5EF4-FFF2-40B4-BE49-F238E27FC236}">
                <a16:creationId xmlns:a16="http://schemas.microsoft.com/office/drawing/2014/main" id="{F7075662-6975-4982-82FF-231F2052278E}"/>
              </a:ext>
            </a:extLst>
          </p:cNvPr>
          <p:cNvSpPr>
            <a:spLocks xmlns:a="http://schemas.openxmlformats.org/drawingml/2006/main" noGrp="1"/>
          </p:cNvSpPr>
          <p:nvPr/>
        </p:nvSpPr>
        <p:spPr>
          <a:xfrm xmlns:a="http://schemas.openxmlformats.org/drawingml/2006/main">
            <a:off x="6477000" y="3190875"/>
            <a:ext cx="57150" cy="1200150"/>
          </a:xfrm>
          <a:prstGeom xmlns:a="http://schemas.openxmlformats.org/drawingml/2006/main" prst="rect">
            <a:avLst/>
          </a:prstGeom>
          <a:solidFill xmlns:a="http://schemas.openxmlformats.org/drawingml/2006/main">
            <a:srgbClr val="176B87"/>
          </a:solidFill>
          <a:ln xmlns:a="http://schemas.openxmlformats.org/drawingml/2006/main" w="0">
            <a:solidFill>
              <a:srgbClr val="000000">
                <a:alpha val="0"/>
              </a:srgbClr>
            </a:solidFill>
            <a:prstDash val="solid"/>
          </a:ln>
        </p:spPr>
      </p:sp>
      <p:sp>
        <p:nvSpPr>
          <p:cNvPr id="18" name="">
            <a:extLst xmlns:a="http://schemas.openxmlformats.org/drawingml/2006/main">
              <a:ext uri="{FF2B5EF4-FFF2-40B4-BE49-F238E27FC236}">
                <a16:creationId xmlns:a16="http://schemas.microsoft.com/office/drawing/2014/main" id="{4E18A66A-E81D-42B6-8EE0-02ADA380EF82}"/>
              </a:ext>
            </a:extLst>
          </p:cNvPr>
          <p:cNvSpPr>
            <a:spLocks xmlns:a="http://schemas.openxmlformats.org/drawingml/2006/main" noGrp="1"/>
          </p:cNvSpPr>
          <p:nvPr/>
        </p:nvSpPr>
        <p:spPr>
          <a:xfrm xmlns:a="http://schemas.openxmlformats.org/drawingml/2006/main">
            <a:off x="6648450" y="3343275"/>
            <a:ext cx="367665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1">
                <a:solidFill>
                  <a:srgbClr val="12212F"/>
                </a:solidFill>
                <a:latin typeface="Arial"/>
                <a:ea typeface="Arial"/>
                <a:cs typeface="Arial"/>
              </a:defRPr>
            </a:pPr>
            <a:r>
              <a:rPr sz="1200" b="1">
                <a:solidFill>
                  <a:srgbClr val="12212F"/>
                </a:solidFill>
                <a:latin typeface="Arial"/>
                <a:ea typeface="Arial"/>
                <a:cs typeface="Arial"/>
              </a:rPr>
              <a:t>Tham quan như một quest</a:t>
            </a:r>
          </a:p>
        </p:txBody>
      </p:sp>
      <p:sp>
        <p:nvSpPr>
          <p:cNvPr id="19" name="">
            <a:extLst xmlns:a="http://schemas.openxmlformats.org/drawingml/2006/main">
              <a:ext uri="{FF2B5EF4-FFF2-40B4-BE49-F238E27FC236}">
                <a16:creationId xmlns:a16="http://schemas.microsoft.com/office/drawing/2014/main" id="{EADB078F-811B-4D43-B7DD-0AA123DEAD8E}"/>
              </a:ext>
            </a:extLst>
          </p:cNvPr>
          <p:cNvSpPr>
            <a:spLocks xmlns:a="http://schemas.openxmlformats.org/drawingml/2006/main" noGrp="1"/>
          </p:cNvSpPr>
          <p:nvPr/>
        </p:nvSpPr>
        <p:spPr>
          <a:xfrm xmlns:a="http://schemas.openxmlformats.org/drawingml/2006/main">
            <a:off x="6648450" y="3629025"/>
            <a:ext cx="3676650" cy="666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63" b="0">
                <a:solidFill>
                  <a:srgbClr val="607080"/>
                </a:solidFill>
                <a:latin typeface="Arial"/>
                <a:ea typeface="Arial"/>
                <a:cs typeface="Arial"/>
              </a:defRPr>
            </a:pPr>
            <a:r>
              <a:rPr sz="863" b="0">
                <a:solidFill>
                  <a:srgbClr val="607080"/>
                </a:solidFill>
                <a:latin typeface="Arial"/>
                <a:ea typeface="Arial"/>
                <a:cs typeface="Arial"/>
              </a:rPr>
              <a:t>Mỗi chặng có ảnh 360°, câu chuyện, nhiệm vụ nhỏ và nút đi tiếp.</a:t>
            </a:r>
          </a:p>
        </p:txBody>
      </p:sp>
      <p:sp>
        <p:nvSpPr>
          <p:cNvPr id="20" name="">
            <a:extLst xmlns:a="http://schemas.openxmlformats.org/drawingml/2006/main">
              <a:ext uri="{FF2B5EF4-FFF2-40B4-BE49-F238E27FC236}">
                <a16:creationId xmlns:a16="http://schemas.microsoft.com/office/drawing/2014/main" id="{6B6F84B0-8A3C-4646-A06B-B83A2F34CEB1}"/>
              </a:ext>
            </a:extLst>
          </p:cNvPr>
          <p:cNvSpPr>
            <a:spLocks xmlns:a="http://schemas.openxmlformats.org/drawingml/2006/main" noGrp="1"/>
          </p:cNvSpPr>
          <p:nvPr/>
        </p:nvSpPr>
        <p:spPr>
          <a:xfrm xmlns:a="http://schemas.openxmlformats.org/drawingml/2006/main">
            <a:off x="6477000" y="4619625"/>
            <a:ext cx="4000500" cy="1200150"/>
          </a:xfrm>
          <a:prstGeom xmlns:a="http://schemas.openxmlformats.org/drawingml/2006/main" prst="rect">
            <a:avLst/>
          </a:prstGeom>
          <a:solidFill xmlns:a="http://schemas.openxmlformats.org/drawingml/2006/main">
            <a:srgbClr val="FFFFFF"/>
          </a:solidFill>
          <a:ln xmlns:a="http://schemas.openxmlformats.org/drawingml/2006/main" w="9525">
            <a:solidFill>
              <a:srgbClr val="D8CDBD"/>
            </a:solidFill>
            <a:prstDash val="solid"/>
          </a:ln>
        </p:spPr>
      </p:sp>
      <p:sp>
        <p:nvSpPr>
          <p:cNvPr id="21" name="">
            <a:extLst xmlns:a="http://schemas.openxmlformats.org/drawingml/2006/main">
              <a:ext uri="{FF2B5EF4-FFF2-40B4-BE49-F238E27FC236}">
                <a16:creationId xmlns:a16="http://schemas.microsoft.com/office/drawing/2014/main" id="{7B9D2ECB-731B-4CB6-BB6D-D9820E40B1C3}"/>
              </a:ext>
            </a:extLst>
          </p:cNvPr>
          <p:cNvSpPr>
            <a:spLocks xmlns:a="http://schemas.openxmlformats.org/drawingml/2006/main" noGrp="1"/>
          </p:cNvSpPr>
          <p:nvPr/>
        </p:nvSpPr>
        <p:spPr>
          <a:xfrm xmlns:a="http://schemas.openxmlformats.org/drawingml/2006/main">
            <a:off x="6477000" y="4619625"/>
            <a:ext cx="57150" cy="1200150"/>
          </a:xfrm>
          <a:prstGeom xmlns:a="http://schemas.openxmlformats.org/drawingml/2006/main" prst="rect">
            <a:avLst/>
          </a:prstGeom>
          <a:solidFill xmlns:a="http://schemas.openxmlformats.org/drawingml/2006/main">
            <a:srgbClr val="176B87"/>
          </a:solidFill>
          <a:ln xmlns:a="http://schemas.openxmlformats.org/drawingml/2006/main" w="0">
            <a:solidFill>
              <a:srgbClr val="000000">
                <a:alpha val="0"/>
              </a:srgbClr>
            </a:solidFill>
            <a:prstDash val="solid"/>
          </a:ln>
        </p:spPr>
      </p:sp>
      <p:sp>
        <p:nvSpPr>
          <p:cNvPr id="22" name="">
            <a:extLst xmlns:a="http://schemas.openxmlformats.org/drawingml/2006/main">
              <a:ext uri="{FF2B5EF4-FFF2-40B4-BE49-F238E27FC236}">
                <a16:creationId xmlns:a16="http://schemas.microsoft.com/office/drawing/2014/main" id="{0C6B8AE2-B19E-44B0-96AD-9F9813F8EF48}"/>
              </a:ext>
            </a:extLst>
          </p:cNvPr>
          <p:cNvSpPr>
            <a:spLocks xmlns:a="http://schemas.openxmlformats.org/drawingml/2006/main" noGrp="1"/>
          </p:cNvSpPr>
          <p:nvPr/>
        </p:nvSpPr>
        <p:spPr>
          <a:xfrm xmlns:a="http://schemas.openxmlformats.org/drawingml/2006/main">
            <a:off x="6648450" y="4772025"/>
            <a:ext cx="367665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1">
                <a:solidFill>
                  <a:srgbClr val="12212F"/>
                </a:solidFill>
                <a:latin typeface="Arial"/>
                <a:ea typeface="Arial"/>
                <a:cs typeface="Arial"/>
              </a:defRPr>
            </a:pPr>
            <a:r>
              <a:rPr sz="1200" b="1">
                <a:solidFill>
                  <a:srgbClr val="12212F"/>
                </a:solidFill>
                <a:latin typeface="Arial"/>
                <a:ea typeface="Arial"/>
                <a:cs typeface="Arial"/>
              </a:rPr>
              <a:t>Có người bạn đồng hành</a:t>
            </a:r>
          </a:p>
        </p:txBody>
      </p:sp>
      <p:sp>
        <p:nvSpPr>
          <p:cNvPr id="23" name="">
            <a:extLst xmlns:a="http://schemas.openxmlformats.org/drawingml/2006/main">
              <a:ext uri="{FF2B5EF4-FFF2-40B4-BE49-F238E27FC236}">
                <a16:creationId xmlns:a16="http://schemas.microsoft.com/office/drawing/2014/main" id="{F46E1E4F-6E50-481A-821C-9D37B2670CE7}"/>
              </a:ext>
            </a:extLst>
          </p:cNvPr>
          <p:cNvSpPr>
            <a:spLocks xmlns:a="http://schemas.openxmlformats.org/drawingml/2006/main" noGrp="1"/>
          </p:cNvSpPr>
          <p:nvPr/>
        </p:nvSpPr>
        <p:spPr>
          <a:xfrm xmlns:a="http://schemas.openxmlformats.org/drawingml/2006/main">
            <a:off x="6648450" y="5057775"/>
            <a:ext cx="3676650" cy="666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63" b="0">
                <a:solidFill>
                  <a:srgbClr val="607080"/>
                </a:solidFill>
                <a:latin typeface="Arial"/>
                <a:ea typeface="Arial"/>
                <a:cs typeface="Arial"/>
              </a:defRPr>
            </a:pPr>
            <a:r>
              <a:rPr sz="863" b="0">
                <a:solidFill>
                  <a:srgbClr val="607080"/>
                </a:solidFill>
                <a:latin typeface="Arial"/>
                <a:ea typeface="Arial"/>
                <a:cs typeface="Arial"/>
              </a:rPr>
              <a:t>VKU Guide biết chặng hiện tại, tiến trình và trả lời câu hỏi trong phạm vi dữ liệu.</a:t>
            </a:r>
          </a:p>
        </p:txBody>
      </p:sp>
      <p:sp>
        <p:nvSpPr>
          <p:cNvPr id="24" name="">
            <a:extLst xmlns:a="http://schemas.openxmlformats.org/drawingml/2006/main">
              <a:ext uri="{FF2B5EF4-FFF2-40B4-BE49-F238E27FC236}">
                <a16:creationId xmlns:a16="http://schemas.microsoft.com/office/drawing/2014/main" id="{A3F3C60C-482D-4AD9-A977-20A57F47959E}"/>
              </a:ext>
            </a:extLst>
          </p:cNvPr>
          <p:cNvSpPr>
            <a:spLocks xmlns:a="http://schemas.openxmlformats.org/drawingml/2006/main" noGrp="1"/>
          </p:cNvSpPr>
          <p:nvPr/>
        </p:nvSpPr>
        <p:spPr>
          <a:xfrm xmlns:a="http://schemas.openxmlformats.org/drawingml/2006/main">
            <a:off x="5334000" y="3333750"/>
            <a:ext cx="609600" cy="38100"/>
          </a:xfrm>
          <a:prstGeom xmlns:a="http://schemas.openxmlformats.org/drawingml/2006/main" prst="rect">
            <a:avLst/>
          </a:prstGeom>
          <a:solidFill xmlns:a="http://schemas.openxmlformats.org/drawingml/2006/main">
            <a:srgbClr val="D08A32"/>
          </a:solidFill>
          <a:ln xmlns:a="http://schemas.openxmlformats.org/drawingml/2006/main" w="0">
            <a:solidFill>
              <a:srgbClr val="000000">
                <a:alpha val="0"/>
              </a:srgbClr>
            </a:solidFill>
            <a:prstDash val="solid"/>
          </a:ln>
        </p:spPr>
      </p:sp>
      <p:sp>
        <p:nvSpPr>
          <p:cNvPr id="25" name="">
            <a:extLst xmlns:a="http://schemas.openxmlformats.org/drawingml/2006/main">
              <a:ext uri="{FF2B5EF4-FFF2-40B4-BE49-F238E27FC236}">
                <a16:creationId xmlns:a16="http://schemas.microsoft.com/office/drawing/2014/main" id="{24342823-CAC6-420D-B3F1-CC69521B6926}"/>
              </a:ext>
            </a:extLst>
          </p:cNvPr>
          <p:cNvSpPr>
            <a:spLocks xmlns:a="http://schemas.openxmlformats.org/drawingml/2006/main" noGrp="1"/>
          </p:cNvSpPr>
          <p:nvPr/>
        </p:nvSpPr>
        <p:spPr>
          <a:xfrm xmlns:a="http://schemas.openxmlformats.org/drawingml/2006/main">
            <a:off x="5334000" y="4762500"/>
            <a:ext cx="609600" cy="38100"/>
          </a:xfrm>
          <a:prstGeom xmlns:a="http://schemas.openxmlformats.org/drawingml/2006/main" prst="rect">
            <a:avLst/>
          </a:prstGeom>
          <a:solidFill xmlns:a="http://schemas.openxmlformats.org/drawingml/2006/main">
            <a:srgbClr val="D08A32"/>
          </a:solidFill>
          <a:ln xmlns:a="http://schemas.openxmlformats.org/drawingml/2006/main" w="0">
            <a:solidFill>
              <a:srgbClr val="000000">
                <a:alpha val="0"/>
              </a:srgbClr>
            </a:solidFill>
            <a:prstDash val="solid"/>
          </a:ln>
        </p:spPr>
      </p:sp>
      <p:sp>
        <p:nvSpPr>
          <p:cNvPr id="26" name="">
            <a:extLst xmlns:a="http://schemas.openxmlformats.org/drawingml/2006/main">
              <a:ext uri="{FF2B5EF4-FFF2-40B4-BE49-F238E27FC236}">
                <a16:creationId xmlns:a16="http://schemas.microsoft.com/office/drawing/2014/main" id="{C1F20C0D-9C85-41FB-B13B-53A25A3582FD}"/>
              </a:ext>
            </a:extLst>
          </p:cNvPr>
          <p:cNvSpPr>
            <a:spLocks xmlns:a="http://schemas.openxmlformats.org/drawingml/2006/main" noGrp="1"/>
          </p:cNvSpPr>
          <p:nvPr/>
        </p:nvSpPr>
        <p:spPr>
          <a:xfrm xmlns:a="http://schemas.openxmlformats.org/drawingml/2006/main">
            <a:off x="609600" y="6343650"/>
            <a:ext cx="9715500" cy="9525"/>
          </a:xfrm>
          <a:prstGeom xmlns:a="http://schemas.openxmlformats.org/drawingml/2006/main" prst="rect">
            <a:avLst/>
          </a:prstGeom>
          <a:solidFill xmlns:a="http://schemas.openxmlformats.org/drawingml/2006/main">
            <a:srgbClr val="D8CDBD"/>
          </a:solidFill>
          <a:ln xmlns:a="http://schemas.openxmlformats.org/drawingml/2006/main" w="0">
            <a:solidFill>
              <a:srgbClr val="000000">
                <a:alpha val="0"/>
              </a:srgbClr>
            </a:solidFill>
            <a:prstDash val="solid"/>
          </a:ln>
        </p:spPr>
      </p:sp>
      <p:sp>
        <p:nvSpPr>
          <p:cNvPr id="27" name="">
            <a:extLst xmlns:a="http://schemas.openxmlformats.org/drawingml/2006/main">
              <a:ext uri="{FF2B5EF4-FFF2-40B4-BE49-F238E27FC236}">
                <a16:creationId xmlns:a16="http://schemas.microsoft.com/office/drawing/2014/main" id="{6FF6A24D-1B8C-413B-8DBD-A0CD297E81A2}"/>
              </a:ext>
            </a:extLst>
          </p:cNvPr>
          <p:cNvSpPr>
            <a:spLocks xmlns:a="http://schemas.openxmlformats.org/drawingml/2006/main" noGrp="1"/>
          </p:cNvSpPr>
          <p:nvPr/>
        </p:nvSpPr>
        <p:spPr>
          <a:xfrm xmlns:a="http://schemas.openxmlformats.org/drawingml/2006/main">
            <a:off x="609600" y="6457950"/>
            <a:ext cx="53340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638" b="0">
                <a:solidFill>
                  <a:srgbClr val="607080"/>
                </a:solidFill>
                <a:latin typeface="Arial"/>
                <a:ea typeface="Arial"/>
                <a:cs typeface="Arial"/>
              </a:defRPr>
            </a:pPr>
            <a:r>
              <a:rPr sz="638" b="0">
                <a:solidFill>
                  <a:srgbClr val="607080"/>
                </a:solidFill>
                <a:latin typeface="Arial"/>
                <a:ea typeface="Arial"/>
                <a:cs typeface="Arial"/>
              </a:rPr>
              <a:t>VKU 360 Quest | Ý tưởng - Công nghệ - Demo sản phẩm</a:t>
            </a:r>
          </a:p>
        </p:txBody>
      </p:sp>
      <p:sp>
        <p:nvSpPr>
          <p:cNvPr id="28" name="">
            <a:extLst xmlns:a="http://schemas.openxmlformats.org/drawingml/2006/main">
              <a:ext uri="{FF2B5EF4-FFF2-40B4-BE49-F238E27FC236}">
                <a16:creationId xmlns:a16="http://schemas.microsoft.com/office/drawing/2014/main" id="{BD97B8EC-3D2A-4A1D-8B08-9A4C6C33E2A6}"/>
              </a:ext>
            </a:extLst>
          </p:cNvPr>
          <p:cNvSpPr>
            <a:spLocks xmlns:a="http://schemas.openxmlformats.org/drawingml/2006/main" noGrp="1"/>
          </p:cNvSpPr>
          <p:nvPr/>
        </p:nvSpPr>
        <p:spPr>
          <a:xfrm xmlns:a="http://schemas.openxmlformats.org/drawingml/2006/main">
            <a:off x="10877550" y="6400800"/>
            <a:ext cx="6858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900" b="1">
                <a:solidFill>
                  <a:srgbClr val="607080"/>
                </a:solidFill>
                <a:latin typeface="Arial"/>
                <a:ea typeface="Arial"/>
                <a:cs typeface="Arial"/>
              </a:defRPr>
            </a:pPr>
            <a:r>
              <a:rPr sz="900" b="1">
                <a:solidFill>
                  <a:srgbClr val="607080"/>
                </a:solidFill>
                <a:latin typeface="Arial"/>
                <a:ea typeface="Arial"/>
                <a:cs typeface="Arial"/>
              </a:rPr>
              <a:t>02</a:t>
            </a:r>
          </a:p>
        </p:txBody>
      </p:sp>
    </p:spTree>
    <p:extLst>
      <p:ext uri="{BB962C8B-B14F-4D97-AF65-F5344CB8AC3E}">
        <p14:creationId xmlns:p14="http://schemas.microsoft.com/office/powerpoint/2010/main" val="358061725"/>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EA1DBD1F-9E9A-46E9-89E9-8155472F6165}"/>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FF9EF"/>
          </a:solidFill>
          <a:ln xmlns:a="http://schemas.openxmlformats.org/drawingml/2006/main" w="0">
            <a:solidFill>
              <a:srgbClr val="000000">
                <a:alpha val="0"/>
              </a:srgbClr>
            </a:solidFill>
            <a:prstDash val="solid"/>
          </a:ln>
        </p:spPr>
      </p:sp>
      <p:sp>
        <p:nvSpPr>
          <p:cNvPr id="2" name="kicker-marker">
            <a:extLst xmlns:a="http://schemas.openxmlformats.org/drawingml/2006/main">
              <a:ext uri="{FF2B5EF4-FFF2-40B4-BE49-F238E27FC236}">
                <a16:creationId xmlns:a16="http://schemas.microsoft.com/office/drawing/2014/main" id="{0DB63BE5-8291-4F70-A3A0-63E417D38640}"/>
              </a:ext>
            </a:extLst>
          </p:cNvPr>
          <p:cNvSpPr>
            <a:spLocks xmlns:a="http://schemas.openxmlformats.org/drawingml/2006/main" noGrp="1"/>
          </p:cNvSpPr>
          <p:nvPr/>
        </p:nvSpPr>
        <p:spPr>
          <a:xfrm xmlns:a="http://schemas.openxmlformats.org/drawingml/2006/main">
            <a:off x="609600" y="523875"/>
            <a:ext cx="76200" cy="76200"/>
          </a:xfrm>
          <a:prstGeom xmlns:a="http://schemas.openxmlformats.org/drawingml/2006/main" prst="rect">
            <a:avLst/>
          </a:prstGeom>
          <a:solidFill xmlns:a="http://schemas.openxmlformats.org/drawingml/2006/main">
            <a:srgbClr val="176B87"/>
          </a:solidFill>
          <a:ln xmlns:a="http://schemas.openxmlformats.org/drawingml/2006/main" w="0">
            <a:solidFill>
              <a:srgbClr val="000000">
                <a:alpha val="0"/>
              </a:srgbClr>
            </a:solidFill>
            <a:prstDash val="solid"/>
          </a:ln>
        </p:spPr>
      </p:sp>
      <p:sp>
        <p:nvSpPr>
          <p:cNvPr id="3" name="kicker-label">
            <a:extLst xmlns:a="http://schemas.openxmlformats.org/drawingml/2006/main">
              <a:ext uri="{FF2B5EF4-FFF2-40B4-BE49-F238E27FC236}">
                <a16:creationId xmlns:a16="http://schemas.microsoft.com/office/drawing/2014/main" id="{CC58FD1C-D43C-4225-80B7-D6ED40C800F7}"/>
              </a:ext>
            </a:extLst>
          </p:cNvPr>
          <p:cNvSpPr>
            <a:spLocks xmlns:a="http://schemas.openxmlformats.org/drawingml/2006/main" noGrp="1"/>
          </p:cNvSpPr>
          <p:nvPr/>
        </p:nvSpPr>
        <p:spPr>
          <a:xfrm xmlns:a="http://schemas.openxmlformats.org/drawingml/2006/main">
            <a:off x="781050" y="457200"/>
            <a:ext cx="342900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88" b="1">
                <a:solidFill>
                  <a:srgbClr val="607080"/>
                </a:solidFill>
                <a:latin typeface="Arial"/>
                <a:ea typeface="Arial"/>
                <a:cs typeface="Arial"/>
              </a:defRPr>
            </a:pPr>
            <a:r>
              <a:rPr sz="788" b="1">
                <a:solidFill>
                  <a:srgbClr val="607080"/>
                </a:solidFill>
                <a:latin typeface="Arial"/>
                <a:ea typeface="Arial"/>
                <a:cs typeface="Arial"/>
              </a:rPr>
              <a:t>LUỒNG TRẢI NGHIỆM</a:t>
            </a:r>
          </a:p>
        </p:txBody>
      </p:sp>
      <p:sp>
        <p:nvSpPr>
          <p:cNvPr id="4" name="">
            <a:extLst xmlns:a="http://schemas.openxmlformats.org/drawingml/2006/main">
              <a:ext uri="{FF2B5EF4-FFF2-40B4-BE49-F238E27FC236}">
                <a16:creationId xmlns:a16="http://schemas.microsoft.com/office/drawing/2014/main" id="{63A5279C-5607-4F50-A95C-A401466BA6D9}"/>
              </a:ext>
            </a:extLst>
          </p:cNvPr>
          <p:cNvSpPr>
            <a:spLocks xmlns:a="http://schemas.openxmlformats.org/drawingml/2006/main" noGrp="1"/>
          </p:cNvSpPr>
          <p:nvPr/>
        </p:nvSpPr>
        <p:spPr>
          <a:xfrm xmlns:a="http://schemas.openxmlformats.org/drawingml/2006/main">
            <a:off x="609600" y="800100"/>
            <a:ext cx="8858250" cy="9144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550" b="1">
                <a:solidFill>
                  <a:srgbClr val="12212F"/>
                </a:solidFill>
                <a:latin typeface="Arial"/>
                <a:ea typeface="Arial"/>
                <a:cs typeface="Arial"/>
              </a:defRPr>
            </a:pPr>
            <a:r>
              <a:rPr sz="2550" b="1">
                <a:solidFill>
                  <a:srgbClr val="12212F"/>
                </a:solidFill>
                <a:latin typeface="Arial"/>
                <a:ea typeface="Arial"/>
                <a:cs typeface="Arial"/>
              </a:rPr>
              <a:t>Người dùng đi qua từng chặng, còn hệ thống bám theo tiến trình.</a:t>
            </a:r>
          </a:p>
        </p:txBody>
      </p:sp>
      <p:sp>
        <p:nvSpPr>
          <p:cNvPr id="5" name="">
            <a:extLst xmlns:a="http://schemas.openxmlformats.org/drawingml/2006/main">
              <a:ext uri="{FF2B5EF4-FFF2-40B4-BE49-F238E27FC236}">
                <a16:creationId xmlns:a16="http://schemas.microsoft.com/office/drawing/2014/main" id="{F6366856-B573-468A-97BC-B0A982BD910D}"/>
              </a:ext>
            </a:extLst>
          </p:cNvPr>
          <p:cNvSpPr>
            <a:spLocks xmlns:a="http://schemas.openxmlformats.org/drawingml/2006/main" noGrp="1"/>
          </p:cNvSpPr>
          <p:nvPr/>
        </p:nvSpPr>
        <p:spPr>
          <a:xfrm xmlns:a="http://schemas.openxmlformats.org/drawingml/2006/main">
            <a:off x="685800" y="2781300"/>
            <a:ext cx="1562100" cy="1562100"/>
          </a:xfrm>
          <a:prstGeom xmlns:a="http://schemas.openxmlformats.org/drawingml/2006/main" prst="rect">
            <a:avLst/>
          </a:prstGeom>
          <a:solidFill xmlns:a="http://schemas.openxmlformats.org/drawingml/2006/main">
            <a:srgbClr val="FFFFFF"/>
          </a:solidFill>
          <a:ln xmlns:a="http://schemas.openxmlformats.org/drawingml/2006/main" w="9525">
            <a:solidFill>
              <a:srgbClr val="CFC3B4"/>
            </a:solidFill>
            <a:prstDash val="solid"/>
          </a:ln>
        </p:spPr>
      </p:sp>
      <p:sp>
        <p:nvSpPr>
          <p:cNvPr id="6" name="">
            <a:extLst xmlns:a="http://schemas.openxmlformats.org/drawingml/2006/main">
              <a:ext uri="{FF2B5EF4-FFF2-40B4-BE49-F238E27FC236}">
                <a16:creationId xmlns:a16="http://schemas.microsoft.com/office/drawing/2014/main" id="{D5B39BFA-D137-40D4-8DB2-A1B422A63417}"/>
              </a:ext>
            </a:extLst>
          </p:cNvPr>
          <p:cNvSpPr>
            <a:spLocks xmlns:a="http://schemas.openxmlformats.org/drawingml/2006/main" noGrp="1"/>
          </p:cNvSpPr>
          <p:nvPr/>
        </p:nvSpPr>
        <p:spPr>
          <a:xfrm xmlns:a="http://schemas.openxmlformats.org/drawingml/2006/main">
            <a:off x="857250" y="2971800"/>
            <a:ext cx="514350" cy="323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950" b="1">
                <a:solidFill>
                  <a:srgbClr val="D08A32"/>
                </a:solidFill>
                <a:latin typeface="Arial"/>
                <a:ea typeface="Arial"/>
                <a:cs typeface="Arial"/>
              </a:defRPr>
            </a:pPr>
            <a:r>
              <a:rPr sz="1950" b="1">
                <a:solidFill>
                  <a:srgbClr val="D08A32"/>
                </a:solidFill>
                <a:latin typeface="Arial"/>
                <a:ea typeface="Arial"/>
                <a:cs typeface="Arial"/>
              </a:rPr>
              <a:t>01</a:t>
            </a:r>
          </a:p>
        </p:txBody>
      </p:sp>
      <p:sp>
        <p:nvSpPr>
          <p:cNvPr id="7" name="">
            <a:extLst xmlns:a="http://schemas.openxmlformats.org/drawingml/2006/main">
              <a:ext uri="{FF2B5EF4-FFF2-40B4-BE49-F238E27FC236}">
                <a16:creationId xmlns:a16="http://schemas.microsoft.com/office/drawing/2014/main" id="{F91306C5-92B0-42E4-82CF-0B68B3EBF363}"/>
              </a:ext>
            </a:extLst>
          </p:cNvPr>
          <p:cNvSpPr>
            <a:spLocks xmlns:a="http://schemas.openxmlformats.org/drawingml/2006/main" noGrp="1"/>
          </p:cNvSpPr>
          <p:nvPr/>
        </p:nvSpPr>
        <p:spPr>
          <a:xfrm xmlns:a="http://schemas.openxmlformats.org/drawingml/2006/main">
            <a:off x="857250" y="3390900"/>
            <a:ext cx="121920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12212F"/>
                </a:solidFill>
                <a:latin typeface="Arial"/>
                <a:ea typeface="Arial"/>
                <a:cs typeface="Arial"/>
              </a:defRPr>
            </a:pPr>
            <a:r>
              <a:rPr sz="1125" b="1">
                <a:solidFill>
                  <a:srgbClr val="12212F"/>
                </a:solidFill>
                <a:latin typeface="Arial"/>
                <a:ea typeface="Arial"/>
                <a:cs typeface="Arial"/>
              </a:rPr>
              <a:t>Đăng nhập</a:t>
            </a:r>
          </a:p>
        </p:txBody>
      </p:sp>
      <p:sp>
        <p:nvSpPr>
          <p:cNvPr id="8" name="">
            <a:extLst xmlns:a="http://schemas.openxmlformats.org/drawingml/2006/main">
              <a:ext uri="{FF2B5EF4-FFF2-40B4-BE49-F238E27FC236}">
                <a16:creationId xmlns:a16="http://schemas.microsoft.com/office/drawing/2014/main" id="{D24282CC-C3B3-47E8-9292-4F4A7291CDFE}"/>
              </a:ext>
            </a:extLst>
          </p:cNvPr>
          <p:cNvSpPr>
            <a:spLocks xmlns:a="http://schemas.openxmlformats.org/drawingml/2006/main" noGrp="1"/>
          </p:cNvSpPr>
          <p:nvPr/>
        </p:nvSpPr>
        <p:spPr>
          <a:xfrm xmlns:a="http://schemas.openxmlformats.org/drawingml/2006/main">
            <a:off x="857250" y="3733800"/>
            <a:ext cx="1200150" cy="4000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690" b="0">
                <a:solidFill>
                  <a:srgbClr val="607080"/>
                </a:solidFill>
                <a:latin typeface="Arial"/>
                <a:ea typeface="Arial"/>
                <a:cs typeface="Arial"/>
              </a:defRPr>
            </a:pPr>
            <a:r>
              <a:rPr sz="690" b="0">
                <a:solidFill>
                  <a:srgbClr val="607080"/>
                </a:solidFill>
                <a:latin typeface="Arial"/>
                <a:ea typeface="Arial"/>
                <a:cs typeface="Arial"/>
              </a:rPr>
              <a:t>Firebase Auth xác định người dùng để lưu dữ liệu cá nhân.</a:t>
            </a:r>
          </a:p>
        </p:txBody>
      </p:sp>
      <p:sp>
        <p:nvSpPr>
          <p:cNvPr id="9" name="">
            <a:extLst xmlns:a="http://schemas.openxmlformats.org/drawingml/2006/main">
              <a:ext uri="{FF2B5EF4-FFF2-40B4-BE49-F238E27FC236}">
                <a16:creationId xmlns:a16="http://schemas.microsoft.com/office/drawing/2014/main" id="{BCF47F39-17A9-45F4-9F87-BA3EBBD1F3A7}"/>
              </a:ext>
            </a:extLst>
          </p:cNvPr>
          <p:cNvSpPr>
            <a:spLocks xmlns:a="http://schemas.openxmlformats.org/drawingml/2006/main" noGrp="1"/>
          </p:cNvSpPr>
          <p:nvPr/>
        </p:nvSpPr>
        <p:spPr>
          <a:xfrm xmlns:a="http://schemas.openxmlformats.org/drawingml/2006/main" rot="0">
            <a:off x="2286000" y="3562350"/>
            <a:ext cx="438150" cy="19050"/>
          </a:xfrm>
          <a:prstGeom xmlns:a="http://schemas.openxmlformats.org/drawingml/2006/main" prst="rect">
            <a:avLst/>
          </a:prstGeom>
          <a:solidFill xmlns:a="http://schemas.openxmlformats.org/drawingml/2006/main">
            <a:srgbClr val="D08A32"/>
          </a:solidFill>
          <a:ln xmlns:a="http://schemas.openxmlformats.org/drawingml/2006/main" w="0">
            <a:solidFill>
              <a:srgbClr val="000000">
                <a:alpha val="0"/>
              </a:srgbClr>
            </a:solidFill>
            <a:prstDash val="solid"/>
          </a:ln>
        </p:spPr>
      </p:sp>
      <p:sp>
        <p:nvSpPr>
          <p:cNvPr id="10" name="">
            <a:extLst xmlns:a="http://schemas.openxmlformats.org/drawingml/2006/main">
              <a:ext uri="{FF2B5EF4-FFF2-40B4-BE49-F238E27FC236}">
                <a16:creationId xmlns:a16="http://schemas.microsoft.com/office/drawing/2014/main" id="{72FCCFE1-5CEA-4B6D-8DC3-35DE9D1F4C3E}"/>
              </a:ext>
            </a:extLst>
          </p:cNvPr>
          <p:cNvSpPr>
            <a:spLocks xmlns:a="http://schemas.openxmlformats.org/drawingml/2006/main" noGrp="1"/>
          </p:cNvSpPr>
          <p:nvPr/>
        </p:nvSpPr>
        <p:spPr>
          <a:xfrm xmlns:a="http://schemas.openxmlformats.org/drawingml/2006/main" rot="5400000">
            <a:off x="2647950" y="3514725"/>
            <a:ext cx="95250" cy="95250"/>
          </a:xfrm>
          <a:prstGeom xmlns:a="http://schemas.openxmlformats.org/drawingml/2006/main" prst="triangle">
            <a:avLst/>
          </a:prstGeom>
          <a:solidFill xmlns:a="http://schemas.openxmlformats.org/drawingml/2006/main">
            <a:srgbClr val="D08A32"/>
          </a:solidFill>
          <a:ln xmlns:a="http://schemas.openxmlformats.org/drawingml/2006/main" w="0">
            <a:solidFill>
              <a:srgbClr val="000000">
                <a:alpha val="0"/>
              </a:srgbClr>
            </a:solidFill>
            <a:prstDash val="solid"/>
          </a:ln>
        </p:spPr>
      </p:sp>
      <p:sp>
        <p:nvSpPr>
          <p:cNvPr id="11" name="">
            <a:extLst xmlns:a="http://schemas.openxmlformats.org/drawingml/2006/main">
              <a:ext uri="{FF2B5EF4-FFF2-40B4-BE49-F238E27FC236}">
                <a16:creationId xmlns:a16="http://schemas.microsoft.com/office/drawing/2014/main" id="{8984F3CC-447B-4B0D-BB6A-21DCE1617711}"/>
              </a:ext>
            </a:extLst>
          </p:cNvPr>
          <p:cNvSpPr>
            <a:spLocks xmlns:a="http://schemas.openxmlformats.org/drawingml/2006/main" noGrp="1"/>
          </p:cNvSpPr>
          <p:nvPr/>
        </p:nvSpPr>
        <p:spPr>
          <a:xfrm xmlns:a="http://schemas.openxmlformats.org/drawingml/2006/main">
            <a:off x="2828925" y="2781300"/>
            <a:ext cx="1562100" cy="1562100"/>
          </a:xfrm>
          <a:prstGeom xmlns:a="http://schemas.openxmlformats.org/drawingml/2006/main" prst="rect">
            <a:avLst/>
          </a:prstGeom>
          <a:solidFill xmlns:a="http://schemas.openxmlformats.org/drawingml/2006/main">
            <a:srgbClr val="EEF8FA"/>
          </a:solidFill>
          <a:ln xmlns:a="http://schemas.openxmlformats.org/drawingml/2006/main" w="9525">
            <a:solidFill>
              <a:srgbClr val="CFC3B4"/>
            </a:solidFill>
            <a:prstDash val="solid"/>
          </a:ln>
        </p:spPr>
      </p:sp>
      <p:sp>
        <p:nvSpPr>
          <p:cNvPr id="12" name="">
            <a:extLst xmlns:a="http://schemas.openxmlformats.org/drawingml/2006/main">
              <a:ext uri="{FF2B5EF4-FFF2-40B4-BE49-F238E27FC236}">
                <a16:creationId xmlns:a16="http://schemas.microsoft.com/office/drawing/2014/main" id="{A8AFCA11-A044-4892-8DD7-E5D15CCD70CA}"/>
              </a:ext>
            </a:extLst>
          </p:cNvPr>
          <p:cNvSpPr>
            <a:spLocks xmlns:a="http://schemas.openxmlformats.org/drawingml/2006/main" noGrp="1"/>
          </p:cNvSpPr>
          <p:nvPr/>
        </p:nvSpPr>
        <p:spPr>
          <a:xfrm xmlns:a="http://schemas.openxmlformats.org/drawingml/2006/main">
            <a:off x="3000375" y="2971800"/>
            <a:ext cx="514350" cy="323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950" b="1">
                <a:solidFill>
                  <a:srgbClr val="176B87"/>
                </a:solidFill>
                <a:latin typeface="Arial"/>
                <a:ea typeface="Arial"/>
                <a:cs typeface="Arial"/>
              </a:defRPr>
            </a:pPr>
            <a:r>
              <a:rPr sz="1950" b="1">
                <a:solidFill>
                  <a:srgbClr val="176B87"/>
                </a:solidFill>
                <a:latin typeface="Arial"/>
                <a:ea typeface="Arial"/>
                <a:cs typeface="Arial"/>
              </a:rPr>
              <a:t>02</a:t>
            </a:r>
          </a:p>
        </p:txBody>
      </p:sp>
      <p:sp>
        <p:nvSpPr>
          <p:cNvPr id="13" name="">
            <a:extLst xmlns:a="http://schemas.openxmlformats.org/drawingml/2006/main">
              <a:ext uri="{FF2B5EF4-FFF2-40B4-BE49-F238E27FC236}">
                <a16:creationId xmlns:a16="http://schemas.microsoft.com/office/drawing/2014/main" id="{516DD8ED-2323-4E6A-84AB-14563E1D00F4}"/>
              </a:ext>
            </a:extLst>
          </p:cNvPr>
          <p:cNvSpPr>
            <a:spLocks xmlns:a="http://schemas.openxmlformats.org/drawingml/2006/main" noGrp="1"/>
          </p:cNvSpPr>
          <p:nvPr/>
        </p:nvSpPr>
        <p:spPr>
          <a:xfrm xmlns:a="http://schemas.openxmlformats.org/drawingml/2006/main">
            <a:off x="3000375" y="3390900"/>
            <a:ext cx="121920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12212F"/>
                </a:solidFill>
                <a:latin typeface="Arial"/>
                <a:ea typeface="Arial"/>
                <a:cs typeface="Arial"/>
              </a:defRPr>
            </a:pPr>
            <a:r>
              <a:rPr sz="1125" b="1">
                <a:solidFill>
                  <a:srgbClr val="12212F"/>
                </a:solidFill>
                <a:latin typeface="Arial"/>
                <a:ea typeface="Arial"/>
                <a:cs typeface="Arial"/>
              </a:rPr>
              <a:t>Chọn avatar</a:t>
            </a:r>
          </a:p>
        </p:txBody>
      </p:sp>
      <p:sp>
        <p:nvSpPr>
          <p:cNvPr id="14" name="">
            <a:extLst xmlns:a="http://schemas.openxmlformats.org/drawingml/2006/main">
              <a:ext uri="{FF2B5EF4-FFF2-40B4-BE49-F238E27FC236}">
                <a16:creationId xmlns:a16="http://schemas.microsoft.com/office/drawing/2014/main" id="{E25A4179-F5DA-45F8-8A6F-A890B4436C8C}"/>
              </a:ext>
            </a:extLst>
          </p:cNvPr>
          <p:cNvSpPr>
            <a:spLocks xmlns:a="http://schemas.openxmlformats.org/drawingml/2006/main" noGrp="1"/>
          </p:cNvSpPr>
          <p:nvPr/>
        </p:nvSpPr>
        <p:spPr>
          <a:xfrm xmlns:a="http://schemas.openxmlformats.org/drawingml/2006/main">
            <a:off x="3000375" y="3733800"/>
            <a:ext cx="1200150" cy="4000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690" b="0">
                <a:solidFill>
                  <a:srgbClr val="607080"/>
                </a:solidFill>
                <a:latin typeface="Arial"/>
                <a:ea typeface="Arial"/>
                <a:cs typeface="Arial"/>
              </a:defRPr>
            </a:pPr>
            <a:r>
              <a:rPr sz="690" b="0">
                <a:solidFill>
                  <a:srgbClr val="607080"/>
                </a:solidFill>
                <a:latin typeface="Arial"/>
                <a:ea typeface="Arial"/>
                <a:cs typeface="Arial"/>
              </a:rPr>
              <a:t>Tạo cảm giác nhập vai trước khi bắt đầu hành trình.</a:t>
            </a:r>
          </a:p>
        </p:txBody>
      </p:sp>
      <p:sp>
        <p:nvSpPr>
          <p:cNvPr id="15" name="">
            <a:extLst xmlns:a="http://schemas.openxmlformats.org/drawingml/2006/main">
              <a:ext uri="{FF2B5EF4-FFF2-40B4-BE49-F238E27FC236}">
                <a16:creationId xmlns:a16="http://schemas.microsoft.com/office/drawing/2014/main" id="{8DFA8D42-E2B1-4C04-AE12-7F48FB31D216}"/>
              </a:ext>
            </a:extLst>
          </p:cNvPr>
          <p:cNvSpPr>
            <a:spLocks xmlns:a="http://schemas.openxmlformats.org/drawingml/2006/main" noGrp="1"/>
          </p:cNvSpPr>
          <p:nvPr/>
        </p:nvSpPr>
        <p:spPr>
          <a:xfrm xmlns:a="http://schemas.openxmlformats.org/drawingml/2006/main" rot="0">
            <a:off x="4429125" y="3562350"/>
            <a:ext cx="438150" cy="19050"/>
          </a:xfrm>
          <a:prstGeom xmlns:a="http://schemas.openxmlformats.org/drawingml/2006/main" prst="rect">
            <a:avLst/>
          </a:prstGeom>
          <a:solidFill xmlns:a="http://schemas.openxmlformats.org/drawingml/2006/main">
            <a:srgbClr val="D08A32"/>
          </a:solidFill>
          <a:ln xmlns:a="http://schemas.openxmlformats.org/drawingml/2006/main" w="0">
            <a:solidFill>
              <a:srgbClr val="000000">
                <a:alpha val="0"/>
              </a:srgbClr>
            </a:solidFill>
            <a:prstDash val="solid"/>
          </a:ln>
        </p:spPr>
      </p:sp>
      <p:sp>
        <p:nvSpPr>
          <p:cNvPr id="16" name="">
            <a:extLst xmlns:a="http://schemas.openxmlformats.org/drawingml/2006/main">
              <a:ext uri="{FF2B5EF4-FFF2-40B4-BE49-F238E27FC236}">
                <a16:creationId xmlns:a16="http://schemas.microsoft.com/office/drawing/2014/main" id="{DDB39DCB-05A0-4998-A5C3-20090DE0E23C}"/>
              </a:ext>
            </a:extLst>
          </p:cNvPr>
          <p:cNvSpPr>
            <a:spLocks xmlns:a="http://schemas.openxmlformats.org/drawingml/2006/main" noGrp="1"/>
          </p:cNvSpPr>
          <p:nvPr/>
        </p:nvSpPr>
        <p:spPr>
          <a:xfrm xmlns:a="http://schemas.openxmlformats.org/drawingml/2006/main" rot="5400000">
            <a:off x="4791075" y="3514725"/>
            <a:ext cx="95250" cy="95250"/>
          </a:xfrm>
          <a:prstGeom xmlns:a="http://schemas.openxmlformats.org/drawingml/2006/main" prst="triangle">
            <a:avLst/>
          </a:prstGeom>
          <a:solidFill xmlns:a="http://schemas.openxmlformats.org/drawingml/2006/main">
            <a:srgbClr val="D08A32"/>
          </a:solidFill>
          <a:ln xmlns:a="http://schemas.openxmlformats.org/drawingml/2006/main" w="0">
            <a:solidFill>
              <a:srgbClr val="000000">
                <a:alpha val="0"/>
              </a:srgbClr>
            </a:solidFill>
            <a:prstDash val="solid"/>
          </a:ln>
        </p:spPr>
      </p:sp>
      <p:sp>
        <p:nvSpPr>
          <p:cNvPr id="17" name="">
            <a:extLst xmlns:a="http://schemas.openxmlformats.org/drawingml/2006/main">
              <a:ext uri="{FF2B5EF4-FFF2-40B4-BE49-F238E27FC236}">
                <a16:creationId xmlns:a16="http://schemas.microsoft.com/office/drawing/2014/main" id="{B6B19DB4-40C3-468F-8E03-D6800C80558F}"/>
              </a:ext>
            </a:extLst>
          </p:cNvPr>
          <p:cNvSpPr>
            <a:spLocks xmlns:a="http://schemas.openxmlformats.org/drawingml/2006/main" noGrp="1"/>
          </p:cNvSpPr>
          <p:nvPr/>
        </p:nvSpPr>
        <p:spPr>
          <a:xfrm xmlns:a="http://schemas.openxmlformats.org/drawingml/2006/main">
            <a:off x="4972050" y="2781300"/>
            <a:ext cx="1562100" cy="1562100"/>
          </a:xfrm>
          <a:prstGeom xmlns:a="http://schemas.openxmlformats.org/drawingml/2006/main" prst="rect">
            <a:avLst/>
          </a:prstGeom>
          <a:solidFill xmlns:a="http://schemas.openxmlformats.org/drawingml/2006/main">
            <a:srgbClr val="FFFFFF"/>
          </a:solidFill>
          <a:ln xmlns:a="http://schemas.openxmlformats.org/drawingml/2006/main" w="9525">
            <a:solidFill>
              <a:srgbClr val="CFC3B4"/>
            </a:solidFill>
            <a:prstDash val="solid"/>
          </a:ln>
        </p:spPr>
      </p:sp>
      <p:sp>
        <p:nvSpPr>
          <p:cNvPr id="18" name="">
            <a:extLst xmlns:a="http://schemas.openxmlformats.org/drawingml/2006/main">
              <a:ext uri="{FF2B5EF4-FFF2-40B4-BE49-F238E27FC236}">
                <a16:creationId xmlns:a16="http://schemas.microsoft.com/office/drawing/2014/main" id="{B38ABC31-6F74-4702-846D-82E4AE2994CA}"/>
              </a:ext>
            </a:extLst>
          </p:cNvPr>
          <p:cNvSpPr>
            <a:spLocks xmlns:a="http://schemas.openxmlformats.org/drawingml/2006/main" noGrp="1"/>
          </p:cNvSpPr>
          <p:nvPr/>
        </p:nvSpPr>
        <p:spPr>
          <a:xfrm xmlns:a="http://schemas.openxmlformats.org/drawingml/2006/main">
            <a:off x="5143500" y="2971800"/>
            <a:ext cx="514350" cy="323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950" b="1">
                <a:solidFill>
                  <a:srgbClr val="D08A32"/>
                </a:solidFill>
                <a:latin typeface="Arial"/>
                <a:ea typeface="Arial"/>
                <a:cs typeface="Arial"/>
              </a:defRPr>
            </a:pPr>
            <a:r>
              <a:rPr sz="1950" b="1">
                <a:solidFill>
                  <a:srgbClr val="D08A32"/>
                </a:solidFill>
                <a:latin typeface="Arial"/>
                <a:ea typeface="Arial"/>
                <a:cs typeface="Arial"/>
              </a:rPr>
              <a:t>03</a:t>
            </a:r>
          </a:p>
        </p:txBody>
      </p:sp>
      <p:sp>
        <p:nvSpPr>
          <p:cNvPr id="19" name="">
            <a:extLst xmlns:a="http://schemas.openxmlformats.org/drawingml/2006/main">
              <a:ext uri="{FF2B5EF4-FFF2-40B4-BE49-F238E27FC236}">
                <a16:creationId xmlns:a16="http://schemas.microsoft.com/office/drawing/2014/main" id="{D77980D0-46AA-4DBE-A57B-6520771C224F}"/>
              </a:ext>
            </a:extLst>
          </p:cNvPr>
          <p:cNvSpPr>
            <a:spLocks xmlns:a="http://schemas.openxmlformats.org/drawingml/2006/main" noGrp="1"/>
          </p:cNvSpPr>
          <p:nvPr/>
        </p:nvSpPr>
        <p:spPr>
          <a:xfrm xmlns:a="http://schemas.openxmlformats.org/drawingml/2006/main">
            <a:off x="5143500" y="3390900"/>
            <a:ext cx="121920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12212F"/>
                </a:solidFill>
                <a:latin typeface="Arial"/>
                <a:ea typeface="Arial"/>
                <a:cs typeface="Arial"/>
              </a:defRPr>
            </a:pPr>
            <a:r>
              <a:rPr sz="1125" b="1">
                <a:solidFill>
                  <a:srgbClr val="12212F"/>
                </a:solidFill>
                <a:latin typeface="Arial"/>
                <a:ea typeface="Arial"/>
                <a:cs typeface="Arial"/>
              </a:rPr>
              <a:t>Tour 360</a:t>
            </a:r>
          </a:p>
        </p:txBody>
      </p:sp>
      <p:sp>
        <p:nvSpPr>
          <p:cNvPr id="20" name="">
            <a:extLst xmlns:a="http://schemas.openxmlformats.org/drawingml/2006/main">
              <a:ext uri="{FF2B5EF4-FFF2-40B4-BE49-F238E27FC236}">
                <a16:creationId xmlns:a16="http://schemas.microsoft.com/office/drawing/2014/main" id="{AB24F45D-0C5E-43AB-8489-D7291B0387CA}"/>
              </a:ext>
            </a:extLst>
          </p:cNvPr>
          <p:cNvSpPr>
            <a:spLocks xmlns:a="http://schemas.openxmlformats.org/drawingml/2006/main" noGrp="1"/>
          </p:cNvSpPr>
          <p:nvPr/>
        </p:nvSpPr>
        <p:spPr>
          <a:xfrm xmlns:a="http://schemas.openxmlformats.org/drawingml/2006/main">
            <a:off x="5143500" y="3733800"/>
            <a:ext cx="1200150" cy="4000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690" b="0">
                <a:solidFill>
                  <a:srgbClr val="607080"/>
                </a:solidFill>
                <a:latin typeface="Arial"/>
                <a:ea typeface="Arial"/>
                <a:cs typeface="Arial"/>
              </a:defRPr>
            </a:pPr>
            <a:r>
              <a:rPr sz="690" b="0">
                <a:solidFill>
                  <a:srgbClr val="607080"/>
                </a:solidFill>
                <a:latin typeface="Arial"/>
                <a:ea typeface="Arial"/>
                <a:cs typeface="Arial"/>
              </a:rPr>
              <a:t>Quan sát panorama, đọc mô tả, nhận nhiệm vụ chặng.</a:t>
            </a:r>
          </a:p>
        </p:txBody>
      </p:sp>
      <p:sp>
        <p:nvSpPr>
          <p:cNvPr id="21" name="">
            <a:extLst xmlns:a="http://schemas.openxmlformats.org/drawingml/2006/main">
              <a:ext uri="{FF2B5EF4-FFF2-40B4-BE49-F238E27FC236}">
                <a16:creationId xmlns:a16="http://schemas.microsoft.com/office/drawing/2014/main" id="{A4165964-9378-474F-BDD8-6DC1A4727C61}"/>
              </a:ext>
            </a:extLst>
          </p:cNvPr>
          <p:cNvSpPr>
            <a:spLocks xmlns:a="http://schemas.openxmlformats.org/drawingml/2006/main" noGrp="1"/>
          </p:cNvSpPr>
          <p:nvPr/>
        </p:nvSpPr>
        <p:spPr>
          <a:xfrm xmlns:a="http://schemas.openxmlformats.org/drawingml/2006/main" rot="0">
            <a:off x="6572250" y="3562350"/>
            <a:ext cx="438150" cy="19050"/>
          </a:xfrm>
          <a:prstGeom xmlns:a="http://schemas.openxmlformats.org/drawingml/2006/main" prst="rect">
            <a:avLst/>
          </a:prstGeom>
          <a:solidFill xmlns:a="http://schemas.openxmlformats.org/drawingml/2006/main">
            <a:srgbClr val="D08A32"/>
          </a:solidFill>
          <a:ln xmlns:a="http://schemas.openxmlformats.org/drawingml/2006/main" w="0">
            <a:solidFill>
              <a:srgbClr val="000000">
                <a:alpha val="0"/>
              </a:srgbClr>
            </a:solidFill>
            <a:prstDash val="solid"/>
          </a:ln>
        </p:spPr>
      </p:sp>
      <p:sp>
        <p:nvSpPr>
          <p:cNvPr id="22" name="">
            <a:extLst xmlns:a="http://schemas.openxmlformats.org/drawingml/2006/main">
              <a:ext uri="{FF2B5EF4-FFF2-40B4-BE49-F238E27FC236}">
                <a16:creationId xmlns:a16="http://schemas.microsoft.com/office/drawing/2014/main" id="{639C6772-A58B-46BF-AAF6-0616D45285B2}"/>
              </a:ext>
            </a:extLst>
          </p:cNvPr>
          <p:cNvSpPr>
            <a:spLocks xmlns:a="http://schemas.openxmlformats.org/drawingml/2006/main" noGrp="1"/>
          </p:cNvSpPr>
          <p:nvPr/>
        </p:nvSpPr>
        <p:spPr>
          <a:xfrm xmlns:a="http://schemas.openxmlformats.org/drawingml/2006/main" rot="5400000">
            <a:off x="6934200" y="3514725"/>
            <a:ext cx="95250" cy="95250"/>
          </a:xfrm>
          <a:prstGeom xmlns:a="http://schemas.openxmlformats.org/drawingml/2006/main" prst="triangle">
            <a:avLst/>
          </a:prstGeom>
          <a:solidFill xmlns:a="http://schemas.openxmlformats.org/drawingml/2006/main">
            <a:srgbClr val="D08A32"/>
          </a:solidFill>
          <a:ln xmlns:a="http://schemas.openxmlformats.org/drawingml/2006/main" w="0">
            <a:solidFill>
              <a:srgbClr val="000000">
                <a:alpha val="0"/>
              </a:srgbClr>
            </a:solidFill>
            <a:prstDash val="solid"/>
          </a:ln>
        </p:spPr>
      </p:sp>
      <p:sp>
        <p:nvSpPr>
          <p:cNvPr id="23" name="">
            <a:extLst xmlns:a="http://schemas.openxmlformats.org/drawingml/2006/main">
              <a:ext uri="{FF2B5EF4-FFF2-40B4-BE49-F238E27FC236}">
                <a16:creationId xmlns:a16="http://schemas.microsoft.com/office/drawing/2014/main" id="{D549348A-E1E9-455A-BB36-8602F9B0D50E}"/>
              </a:ext>
            </a:extLst>
          </p:cNvPr>
          <p:cNvSpPr>
            <a:spLocks xmlns:a="http://schemas.openxmlformats.org/drawingml/2006/main" noGrp="1"/>
          </p:cNvSpPr>
          <p:nvPr/>
        </p:nvSpPr>
        <p:spPr>
          <a:xfrm xmlns:a="http://schemas.openxmlformats.org/drawingml/2006/main">
            <a:off x="7115175" y="2781300"/>
            <a:ext cx="1562100" cy="1562100"/>
          </a:xfrm>
          <a:prstGeom xmlns:a="http://schemas.openxmlformats.org/drawingml/2006/main" prst="rect">
            <a:avLst/>
          </a:prstGeom>
          <a:solidFill xmlns:a="http://schemas.openxmlformats.org/drawingml/2006/main">
            <a:srgbClr val="EEF8FA"/>
          </a:solidFill>
          <a:ln xmlns:a="http://schemas.openxmlformats.org/drawingml/2006/main" w="9525">
            <a:solidFill>
              <a:srgbClr val="CFC3B4"/>
            </a:solidFill>
            <a:prstDash val="solid"/>
          </a:ln>
        </p:spPr>
      </p:sp>
      <p:sp>
        <p:nvSpPr>
          <p:cNvPr id="24" name="">
            <a:extLst xmlns:a="http://schemas.openxmlformats.org/drawingml/2006/main">
              <a:ext uri="{FF2B5EF4-FFF2-40B4-BE49-F238E27FC236}">
                <a16:creationId xmlns:a16="http://schemas.microsoft.com/office/drawing/2014/main" id="{4D92DE66-264A-4B1A-AF2B-070BFCEE4812}"/>
              </a:ext>
            </a:extLst>
          </p:cNvPr>
          <p:cNvSpPr>
            <a:spLocks xmlns:a="http://schemas.openxmlformats.org/drawingml/2006/main" noGrp="1"/>
          </p:cNvSpPr>
          <p:nvPr/>
        </p:nvSpPr>
        <p:spPr>
          <a:xfrm xmlns:a="http://schemas.openxmlformats.org/drawingml/2006/main">
            <a:off x="7286625" y="2971800"/>
            <a:ext cx="514350" cy="323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950" b="1">
                <a:solidFill>
                  <a:srgbClr val="176B87"/>
                </a:solidFill>
                <a:latin typeface="Arial"/>
                <a:ea typeface="Arial"/>
                <a:cs typeface="Arial"/>
              </a:defRPr>
            </a:pPr>
            <a:r>
              <a:rPr sz="1950" b="1">
                <a:solidFill>
                  <a:srgbClr val="176B87"/>
                </a:solidFill>
                <a:latin typeface="Arial"/>
                <a:ea typeface="Arial"/>
                <a:cs typeface="Arial"/>
              </a:rPr>
              <a:t>04</a:t>
            </a:r>
          </a:p>
        </p:txBody>
      </p:sp>
      <p:sp>
        <p:nvSpPr>
          <p:cNvPr id="25" name="">
            <a:extLst xmlns:a="http://schemas.openxmlformats.org/drawingml/2006/main">
              <a:ext uri="{FF2B5EF4-FFF2-40B4-BE49-F238E27FC236}">
                <a16:creationId xmlns:a16="http://schemas.microsoft.com/office/drawing/2014/main" id="{958D3855-4E21-42A5-8E3D-F6A71CBD90D0}"/>
              </a:ext>
            </a:extLst>
          </p:cNvPr>
          <p:cNvSpPr>
            <a:spLocks xmlns:a="http://schemas.openxmlformats.org/drawingml/2006/main" noGrp="1"/>
          </p:cNvSpPr>
          <p:nvPr/>
        </p:nvSpPr>
        <p:spPr>
          <a:xfrm xmlns:a="http://schemas.openxmlformats.org/drawingml/2006/main">
            <a:off x="7286625" y="3390900"/>
            <a:ext cx="121920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12212F"/>
                </a:solidFill>
                <a:latin typeface="Arial"/>
                <a:ea typeface="Arial"/>
                <a:cs typeface="Arial"/>
              </a:defRPr>
            </a:pPr>
            <a:r>
              <a:rPr sz="1125" b="1">
                <a:solidFill>
                  <a:srgbClr val="12212F"/>
                </a:solidFill>
                <a:latin typeface="Arial"/>
                <a:ea typeface="Arial"/>
                <a:cs typeface="Arial"/>
              </a:rPr>
              <a:t>Bản đồ / lộ trình</a:t>
            </a:r>
          </a:p>
        </p:txBody>
      </p:sp>
      <p:sp>
        <p:nvSpPr>
          <p:cNvPr id="26" name="">
            <a:extLst xmlns:a="http://schemas.openxmlformats.org/drawingml/2006/main">
              <a:ext uri="{FF2B5EF4-FFF2-40B4-BE49-F238E27FC236}">
                <a16:creationId xmlns:a16="http://schemas.microsoft.com/office/drawing/2014/main" id="{393B185F-2403-4604-B3CF-0376E7FD22A3}"/>
              </a:ext>
            </a:extLst>
          </p:cNvPr>
          <p:cNvSpPr>
            <a:spLocks xmlns:a="http://schemas.openxmlformats.org/drawingml/2006/main" noGrp="1"/>
          </p:cNvSpPr>
          <p:nvPr/>
        </p:nvSpPr>
        <p:spPr>
          <a:xfrm xmlns:a="http://schemas.openxmlformats.org/drawingml/2006/main">
            <a:off x="7286625" y="3733800"/>
            <a:ext cx="1200150" cy="4000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690" b="0">
                <a:solidFill>
                  <a:srgbClr val="607080"/>
                </a:solidFill>
                <a:latin typeface="Arial"/>
                <a:ea typeface="Arial"/>
                <a:cs typeface="Arial"/>
              </a:defRPr>
            </a:pPr>
            <a:r>
              <a:rPr sz="690" b="0">
                <a:solidFill>
                  <a:srgbClr val="607080"/>
                </a:solidFill>
                <a:latin typeface="Arial"/>
                <a:ea typeface="Arial"/>
                <a:cs typeface="Arial"/>
              </a:rPr>
              <a:t>Xem khu V, khu K, chặng hiện tại và các điểm đã mở khóa.</a:t>
            </a:r>
          </a:p>
        </p:txBody>
      </p:sp>
      <p:sp>
        <p:nvSpPr>
          <p:cNvPr id="27" name="">
            <a:extLst xmlns:a="http://schemas.openxmlformats.org/drawingml/2006/main">
              <a:ext uri="{FF2B5EF4-FFF2-40B4-BE49-F238E27FC236}">
                <a16:creationId xmlns:a16="http://schemas.microsoft.com/office/drawing/2014/main" id="{BA503167-0266-4CF4-A5C7-67A91D0A03C5}"/>
              </a:ext>
            </a:extLst>
          </p:cNvPr>
          <p:cNvSpPr>
            <a:spLocks xmlns:a="http://schemas.openxmlformats.org/drawingml/2006/main" noGrp="1"/>
          </p:cNvSpPr>
          <p:nvPr/>
        </p:nvSpPr>
        <p:spPr>
          <a:xfrm xmlns:a="http://schemas.openxmlformats.org/drawingml/2006/main" rot="0">
            <a:off x="8715375" y="3562350"/>
            <a:ext cx="438150" cy="19050"/>
          </a:xfrm>
          <a:prstGeom xmlns:a="http://schemas.openxmlformats.org/drawingml/2006/main" prst="rect">
            <a:avLst/>
          </a:prstGeom>
          <a:solidFill xmlns:a="http://schemas.openxmlformats.org/drawingml/2006/main">
            <a:srgbClr val="D08A32"/>
          </a:solidFill>
          <a:ln xmlns:a="http://schemas.openxmlformats.org/drawingml/2006/main" w="0">
            <a:solidFill>
              <a:srgbClr val="000000">
                <a:alpha val="0"/>
              </a:srgbClr>
            </a:solidFill>
            <a:prstDash val="solid"/>
          </a:ln>
        </p:spPr>
      </p:sp>
      <p:sp>
        <p:nvSpPr>
          <p:cNvPr id="28" name="">
            <a:extLst xmlns:a="http://schemas.openxmlformats.org/drawingml/2006/main">
              <a:ext uri="{FF2B5EF4-FFF2-40B4-BE49-F238E27FC236}">
                <a16:creationId xmlns:a16="http://schemas.microsoft.com/office/drawing/2014/main" id="{8B6B479F-2295-4E1D-ABA6-0F0732058A6F}"/>
              </a:ext>
            </a:extLst>
          </p:cNvPr>
          <p:cNvSpPr>
            <a:spLocks xmlns:a="http://schemas.openxmlformats.org/drawingml/2006/main" noGrp="1"/>
          </p:cNvSpPr>
          <p:nvPr/>
        </p:nvSpPr>
        <p:spPr>
          <a:xfrm xmlns:a="http://schemas.openxmlformats.org/drawingml/2006/main" rot="5400000">
            <a:off x="9077325" y="3514725"/>
            <a:ext cx="95250" cy="95250"/>
          </a:xfrm>
          <a:prstGeom xmlns:a="http://schemas.openxmlformats.org/drawingml/2006/main" prst="triangle">
            <a:avLst/>
          </a:prstGeom>
          <a:solidFill xmlns:a="http://schemas.openxmlformats.org/drawingml/2006/main">
            <a:srgbClr val="D08A32"/>
          </a:solidFill>
          <a:ln xmlns:a="http://schemas.openxmlformats.org/drawingml/2006/main" w="0">
            <a:solidFill>
              <a:srgbClr val="000000">
                <a:alpha val="0"/>
              </a:srgbClr>
            </a:solidFill>
            <a:prstDash val="solid"/>
          </a:ln>
        </p:spPr>
      </p:sp>
      <p:sp>
        <p:nvSpPr>
          <p:cNvPr id="29" name="">
            <a:extLst xmlns:a="http://schemas.openxmlformats.org/drawingml/2006/main">
              <a:ext uri="{FF2B5EF4-FFF2-40B4-BE49-F238E27FC236}">
                <a16:creationId xmlns:a16="http://schemas.microsoft.com/office/drawing/2014/main" id="{EE0CAE6A-CD05-422F-87EA-3C1FB60B4AE4}"/>
              </a:ext>
            </a:extLst>
          </p:cNvPr>
          <p:cNvSpPr>
            <a:spLocks xmlns:a="http://schemas.openxmlformats.org/drawingml/2006/main" noGrp="1"/>
          </p:cNvSpPr>
          <p:nvPr/>
        </p:nvSpPr>
        <p:spPr>
          <a:xfrm xmlns:a="http://schemas.openxmlformats.org/drawingml/2006/main">
            <a:off x="9258300" y="2781300"/>
            <a:ext cx="1562100" cy="1562100"/>
          </a:xfrm>
          <a:prstGeom xmlns:a="http://schemas.openxmlformats.org/drawingml/2006/main" prst="rect">
            <a:avLst/>
          </a:prstGeom>
          <a:solidFill xmlns:a="http://schemas.openxmlformats.org/drawingml/2006/main">
            <a:srgbClr val="FFFFFF"/>
          </a:solidFill>
          <a:ln xmlns:a="http://schemas.openxmlformats.org/drawingml/2006/main" w="9525">
            <a:solidFill>
              <a:srgbClr val="CFC3B4"/>
            </a:solidFill>
            <a:prstDash val="solid"/>
          </a:ln>
        </p:spPr>
      </p:sp>
      <p:sp>
        <p:nvSpPr>
          <p:cNvPr id="30" name="">
            <a:extLst xmlns:a="http://schemas.openxmlformats.org/drawingml/2006/main">
              <a:ext uri="{FF2B5EF4-FFF2-40B4-BE49-F238E27FC236}">
                <a16:creationId xmlns:a16="http://schemas.microsoft.com/office/drawing/2014/main" id="{99083DA7-75CC-49AD-8E63-CCCD3709E54F}"/>
              </a:ext>
            </a:extLst>
          </p:cNvPr>
          <p:cNvSpPr>
            <a:spLocks xmlns:a="http://schemas.openxmlformats.org/drawingml/2006/main" noGrp="1"/>
          </p:cNvSpPr>
          <p:nvPr/>
        </p:nvSpPr>
        <p:spPr>
          <a:xfrm xmlns:a="http://schemas.openxmlformats.org/drawingml/2006/main">
            <a:off x="9429750" y="2971800"/>
            <a:ext cx="514350" cy="323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950" b="1">
                <a:solidFill>
                  <a:srgbClr val="D08A32"/>
                </a:solidFill>
                <a:latin typeface="Arial"/>
                <a:ea typeface="Arial"/>
                <a:cs typeface="Arial"/>
              </a:defRPr>
            </a:pPr>
            <a:r>
              <a:rPr sz="1950" b="1">
                <a:solidFill>
                  <a:srgbClr val="D08A32"/>
                </a:solidFill>
                <a:latin typeface="Arial"/>
                <a:ea typeface="Arial"/>
                <a:cs typeface="Arial"/>
              </a:rPr>
              <a:t>05</a:t>
            </a:r>
          </a:p>
        </p:txBody>
      </p:sp>
      <p:sp>
        <p:nvSpPr>
          <p:cNvPr id="31" name="">
            <a:extLst xmlns:a="http://schemas.openxmlformats.org/drawingml/2006/main">
              <a:ext uri="{FF2B5EF4-FFF2-40B4-BE49-F238E27FC236}">
                <a16:creationId xmlns:a16="http://schemas.microsoft.com/office/drawing/2014/main" id="{49CC0824-5ADA-41C4-B040-3E1105D9D1DB}"/>
              </a:ext>
            </a:extLst>
          </p:cNvPr>
          <p:cNvSpPr>
            <a:spLocks xmlns:a="http://schemas.openxmlformats.org/drawingml/2006/main" noGrp="1"/>
          </p:cNvSpPr>
          <p:nvPr/>
        </p:nvSpPr>
        <p:spPr>
          <a:xfrm xmlns:a="http://schemas.openxmlformats.org/drawingml/2006/main">
            <a:off x="9429750" y="3390900"/>
            <a:ext cx="121920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12212F"/>
                </a:solidFill>
                <a:latin typeface="Arial"/>
                <a:ea typeface="Arial"/>
                <a:cs typeface="Arial"/>
              </a:defRPr>
            </a:pPr>
            <a:r>
              <a:rPr sz="1125" b="1">
                <a:solidFill>
                  <a:srgbClr val="12212F"/>
                </a:solidFill>
                <a:latin typeface="Arial"/>
                <a:ea typeface="Arial"/>
                <a:cs typeface="Arial"/>
              </a:rPr>
              <a:t>VKU Guide</a:t>
            </a:r>
          </a:p>
        </p:txBody>
      </p:sp>
      <p:sp>
        <p:nvSpPr>
          <p:cNvPr id="32" name="">
            <a:extLst xmlns:a="http://schemas.openxmlformats.org/drawingml/2006/main">
              <a:ext uri="{FF2B5EF4-FFF2-40B4-BE49-F238E27FC236}">
                <a16:creationId xmlns:a16="http://schemas.microsoft.com/office/drawing/2014/main" id="{0D1BB4B1-85F9-401F-A637-59815B742320}"/>
              </a:ext>
            </a:extLst>
          </p:cNvPr>
          <p:cNvSpPr>
            <a:spLocks xmlns:a="http://schemas.openxmlformats.org/drawingml/2006/main" noGrp="1"/>
          </p:cNvSpPr>
          <p:nvPr/>
        </p:nvSpPr>
        <p:spPr>
          <a:xfrm xmlns:a="http://schemas.openxmlformats.org/drawingml/2006/main">
            <a:off x="9429750" y="3733800"/>
            <a:ext cx="1200150" cy="4000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690" b="0">
                <a:solidFill>
                  <a:srgbClr val="607080"/>
                </a:solidFill>
                <a:latin typeface="Arial"/>
                <a:ea typeface="Arial"/>
                <a:cs typeface="Arial"/>
              </a:defRPr>
            </a:pPr>
            <a:r>
              <a:rPr sz="690" b="0">
                <a:solidFill>
                  <a:srgbClr val="607080"/>
                </a:solidFill>
                <a:latin typeface="Arial"/>
                <a:ea typeface="Arial"/>
                <a:cs typeface="Arial"/>
              </a:rPr>
              <a:t>Hỏi đường, nhiệm vụ, phòng ban hoặc bước tiếp theo.</a:t>
            </a:r>
          </a:p>
        </p:txBody>
      </p:sp>
      <p:sp>
        <p:nvSpPr>
          <p:cNvPr id="33" name="">
            <a:extLst xmlns:a="http://schemas.openxmlformats.org/drawingml/2006/main">
              <a:ext uri="{FF2B5EF4-FFF2-40B4-BE49-F238E27FC236}">
                <a16:creationId xmlns:a16="http://schemas.microsoft.com/office/drawing/2014/main" id="{4FFD96E6-2FCF-47EE-82AE-338A297D6AF7}"/>
              </a:ext>
            </a:extLst>
          </p:cNvPr>
          <p:cNvSpPr>
            <a:spLocks xmlns:a="http://schemas.openxmlformats.org/drawingml/2006/main" noGrp="1"/>
          </p:cNvSpPr>
          <p:nvPr/>
        </p:nvSpPr>
        <p:spPr>
          <a:xfrm xmlns:a="http://schemas.openxmlformats.org/drawingml/2006/main">
            <a:off x="3924300" y="5257800"/>
            <a:ext cx="2952750" cy="285750"/>
          </a:xfrm>
          <a:prstGeom xmlns:a="http://schemas.openxmlformats.org/drawingml/2006/main" prst="roundRect">
            <a:avLst>
              <a:gd name="adj" fmla="val 26667"/>
            </a:avLst>
          </a:prstGeom>
          <a:solidFill xmlns:a="http://schemas.openxmlformats.org/drawingml/2006/main">
            <a:srgbClr val="176B87"/>
          </a:solidFill>
          <a:ln xmlns:a="http://schemas.openxmlformats.org/drawingml/2006/main" w="0">
            <a:solidFill>
              <a:srgbClr val="000000">
                <a:alpha val="0"/>
              </a:srgbClr>
            </a:solidFill>
            <a:prstDash val="solid"/>
          </a:ln>
        </p:spPr>
      </p:sp>
      <p:sp>
        <p:nvSpPr>
          <p:cNvPr id="34" name="">
            <a:extLst xmlns:a="http://schemas.openxmlformats.org/drawingml/2006/main">
              <a:ext uri="{FF2B5EF4-FFF2-40B4-BE49-F238E27FC236}">
                <a16:creationId xmlns:a16="http://schemas.microsoft.com/office/drawing/2014/main" id="{600C518A-A201-464B-A202-93992BA08674}"/>
              </a:ext>
            </a:extLst>
          </p:cNvPr>
          <p:cNvSpPr>
            <a:spLocks xmlns:a="http://schemas.openxmlformats.org/drawingml/2006/main" noGrp="1"/>
          </p:cNvSpPr>
          <p:nvPr/>
        </p:nvSpPr>
        <p:spPr>
          <a:xfrm xmlns:a="http://schemas.openxmlformats.org/drawingml/2006/main">
            <a:off x="4038600" y="5314950"/>
            <a:ext cx="2724150" cy="1524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750" b="1">
                <a:solidFill>
                  <a:srgbClr val="FFFFFF"/>
                </a:solidFill>
                <a:latin typeface="Arial"/>
                <a:ea typeface="Arial"/>
                <a:cs typeface="Arial"/>
              </a:defRPr>
            </a:pPr>
            <a:r>
              <a:rPr sz="750" b="1">
                <a:solidFill>
                  <a:srgbClr val="FFFFFF"/>
                </a:solidFill>
                <a:latin typeface="Arial"/>
                <a:ea typeface="Arial"/>
                <a:cs typeface="Arial"/>
              </a:rPr>
              <a:t>Demo nên đi theo đúng flow này</a:t>
            </a:r>
          </a:p>
        </p:txBody>
      </p:sp>
      <p:sp>
        <p:nvSpPr>
          <p:cNvPr id="35" name="">
            <a:extLst xmlns:a="http://schemas.openxmlformats.org/drawingml/2006/main">
              <a:ext uri="{FF2B5EF4-FFF2-40B4-BE49-F238E27FC236}">
                <a16:creationId xmlns:a16="http://schemas.microsoft.com/office/drawing/2014/main" id="{EB8BFD88-FD10-4899-B2CF-EE651929C393}"/>
              </a:ext>
            </a:extLst>
          </p:cNvPr>
          <p:cNvSpPr>
            <a:spLocks xmlns:a="http://schemas.openxmlformats.org/drawingml/2006/main" noGrp="1"/>
          </p:cNvSpPr>
          <p:nvPr/>
        </p:nvSpPr>
        <p:spPr>
          <a:xfrm xmlns:a="http://schemas.openxmlformats.org/drawingml/2006/main">
            <a:off x="2190750" y="5695950"/>
            <a:ext cx="7810500" cy="4000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13" b="0">
                <a:solidFill>
                  <a:srgbClr val="607080"/>
                </a:solidFill>
                <a:latin typeface="Arial"/>
                <a:ea typeface="Arial"/>
                <a:cs typeface="Arial"/>
              </a:defRPr>
            </a:pPr>
            <a:r>
              <a:rPr sz="1013" b="0">
                <a:solidFill>
                  <a:srgbClr val="607080"/>
                </a:solidFill>
                <a:latin typeface="Arial"/>
                <a:ea typeface="Arial"/>
                <a:cs typeface="Arial"/>
              </a:rPr>
              <a:t>Điểm cần nhấn mạnh khi trình bày: website không chỉ hiển thị panorama mà còn ghi nhớ người dùng đang ở đâu, đã mở khóa tới đâu và cần làm gì tiếp.</a:t>
            </a:r>
          </a:p>
        </p:txBody>
      </p:sp>
      <p:sp>
        <p:nvSpPr>
          <p:cNvPr id="36" name="">
            <a:extLst xmlns:a="http://schemas.openxmlformats.org/drawingml/2006/main">
              <a:ext uri="{FF2B5EF4-FFF2-40B4-BE49-F238E27FC236}">
                <a16:creationId xmlns:a16="http://schemas.microsoft.com/office/drawing/2014/main" id="{94E2E6B7-0AEB-4861-A7C8-52447F7181CE}"/>
              </a:ext>
            </a:extLst>
          </p:cNvPr>
          <p:cNvSpPr>
            <a:spLocks xmlns:a="http://schemas.openxmlformats.org/drawingml/2006/main" noGrp="1"/>
          </p:cNvSpPr>
          <p:nvPr/>
        </p:nvSpPr>
        <p:spPr>
          <a:xfrm xmlns:a="http://schemas.openxmlformats.org/drawingml/2006/main">
            <a:off x="609600" y="6343650"/>
            <a:ext cx="9715500" cy="9525"/>
          </a:xfrm>
          <a:prstGeom xmlns:a="http://schemas.openxmlformats.org/drawingml/2006/main" prst="rect">
            <a:avLst/>
          </a:prstGeom>
          <a:solidFill xmlns:a="http://schemas.openxmlformats.org/drawingml/2006/main">
            <a:srgbClr val="D8CDBD"/>
          </a:solidFill>
          <a:ln xmlns:a="http://schemas.openxmlformats.org/drawingml/2006/main" w="0">
            <a:solidFill>
              <a:srgbClr val="000000">
                <a:alpha val="0"/>
              </a:srgbClr>
            </a:solidFill>
            <a:prstDash val="solid"/>
          </a:ln>
        </p:spPr>
      </p:sp>
      <p:sp>
        <p:nvSpPr>
          <p:cNvPr id="37" name="">
            <a:extLst xmlns:a="http://schemas.openxmlformats.org/drawingml/2006/main">
              <a:ext uri="{FF2B5EF4-FFF2-40B4-BE49-F238E27FC236}">
                <a16:creationId xmlns:a16="http://schemas.microsoft.com/office/drawing/2014/main" id="{07518E9A-2FBA-4190-9B41-B0A0B838824B}"/>
              </a:ext>
            </a:extLst>
          </p:cNvPr>
          <p:cNvSpPr>
            <a:spLocks xmlns:a="http://schemas.openxmlformats.org/drawingml/2006/main" noGrp="1"/>
          </p:cNvSpPr>
          <p:nvPr/>
        </p:nvSpPr>
        <p:spPr>
          <a:xfrm xmlns:a="http://schemas.openxmlformats.org/drawingml/2006/main">
            <a:off x="609600" y="6457950"/>
            <a:ext cx="53340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638" b="0">
                <a:solidFill>
                  <a:srgbClr val="607080"/>
                </a:solidFill>
                <a:latin typeface="Arial"/>
                <a:ea typeface="Arial"/>
                <a:cs typeface="Arial"/>
              </a:defRPr>
            </a:pPr>
            <a:r>
              <a:rPr sz="638" b="0">
                <a:solidFill>
                  <a:srgbClr val="607080"/>
                </a:solidFill>
                <a:latin typeface="Arial"/>
                <a:ea typeface="Arial"/>
                <a:cs typeface="Arial"/>
              </a:rPr>
              <a:t>VKU 360 Quest | Ý tưởng - Công nghệ - Demo sản phẩm</a:t>
            </a:r>
          </a:p>
        </p:txBody>
      </p:sp>
      <p:sp>
        <p:nvSpPr>
          <p:cNvPr id="38" name="">
            <a:extLst xmlns:a="http://schemas.openxmlformats.org/drawingml/2006/main">
              <a:ext uri="{FF2B5EF4-FFF2-40B4-BE49-F238E27FC236}">
                <a16:creationId xmlns:a16="http://schemas.microsoft.com/office/drawing/2014/main" id="{C8A35835-0224-4E68-9828-60BCE91EED4E}"/>
              </a:ext>
            </a:extLst>
          </p:cNvPr>
          <p:cNvSpPr>
            <a:spLocks xmlns:a="http://schemas.openxmlformats.org/drawingml/2006/main" noGrp="1"/>
          </p:cNvSpPr>
          <p:nvPr/>
        </p:nvSpPr>
        <p:spPr>
          <a:xfrm xmlns:a="http://schemas.openxmlformats.org/drawingml/2006/main">
            <a:off x="10877550" y="6400800"/>
            <a:ext cx="6858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900" b="1">
                <a:solidFill>
                  <a:srgbClr val="607080"/>
                </a:solidFill>
                <a:latin typeface="Arial"/>
                <a:ea typeface="Arial"/>
                <a:cs typeface="Arial"/>
              </a:defRPr>
            </a:pPr>
            <a:r>
              <a:rPr sz="900" b="1">
                <a:solidFill>
                  <a:srgbClr val="607080"/>
                </a:solidFill>
                <a:latin typeface="Arial"/>
                <a:ea typeface="Arial"/>
                <a:cs typeface="Arial"/>
              </a:rPr>
              <a:t>03</a:t>
            </a:r>
          </a:p>
        </p:txBody>
      </p:sp>
    </p:spTree>
    <p:extLst>
      <p:ext uri="{BB962C8B-B14F-4D97-AF65-F5344CB8AC3E}">
        <p14:creationId xmlns:p14="http://schemas.microsoft.com/office/powerpoint/2010/main" val="416371981"/>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B3C90739-C7C8-4054-B433-68C4849DFAB4}"/>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7F2EA"/>
          </a:solidFill>
          <a:ln xmlns:a="http://schemas.openxmlformats.org/drawingml/2006/main" w="0">
            <a:solidFill>
              <a:srgbClr val="000000">
                <a:alpha val="0"/>
              </a:srgbClr>
            </a:solidFill>
            <a:prstDash val="solid"/>
          </a:ln>
        </p:spPr>
      </p:sp>
      <p:sp>
        <p:nvSpPr>
          <p:cNvPr id="2" name="kicker-marker">
            <a:extLst xmlns:a="http://schemas.openxmlformats.org/drawingml/2006/main">
              <a:ext uri="{FF2B5EF4-FFF2-40B4-BE49-F238E27FC236}">
                <a16:creationId xmlns:a16="http://schemas.microsoft.com/office/drawing/2014/main" id="{49D767E5-7DC7-4FE4-8014-61D9679DEF8E}"/>
              </a:ext>
            </a:extLst>
          </p:cNvPr>
          <p:cNvSpPr>
            <a:spLocks xmlns:a="http://schemas.openxmlformats.org/drawingml/2006/main" noGrp="1"/>
          </p:cNvSpPr>
          <p:nvPr/>
        </p:nvSpPr>
        <p:spPr>
          <a:xfrm xmlns:a="http://schemas.openxmlformats.org/drawingml/2006/main">
            <a:off x="609600" y="523875"/>
            <a:ext cx="76200" cy="76200"/>
          </a:xfrm>
          <a:prstGeom xmlns:a="http://schemas.openxmlformats.org/drawingml/2006/main" prst="rect">
            <a:avLst/>
          </a:prstGeom>
          <a:solidFill xmlns:a="http://schemas.openxmlformats.org/drawingml/2006/main">
            <a:srgbClr val="176B87"/>
          </a:solidFill>
          <a:ln xmlns:a="http://schemas.openxmlformats.org/drawingml/2006/main" w="0">
            <a:solidFill>
              <a:srgbClr val="000000">
                <a:alpha val="0"/>
              </a:srgbClr>
            </a:solidFill>
            <a:prstDash val="solid"/>
          </a:ln>
        </p:spPr>
      </p:sp>
      <p:sp>
        <p:nvSpPr>
          <p:cNvPr id="3" name="kicker-label">
            <a:extLst xmlns:a="http://schemas.openxmlformats.org/drawingml/2006/main">
              <a:ext uri="{FF2B5EF4-FFF2-40B4-BE49-F238E27FC236}">
                <a16:creationId xmlns:a16="http://schemas.microsoft.com/office/drawing/2014/main" id="{2F557205-21A3-40C7-9C07-EEFAB4058C3B}"/>
              </a:ext>
            </a:extLst>
          </p:cNvPr>
          <p:cNvSpPr>
            <a:spLocks xmlns:a="http://schemas.openxmlformats.org/drawingml/2006/main" noGrp="1"/>
          </p:cNvSpPr>
          <p:nvPr/>
        </p:nvSpPr>
        <p:spPr>
          <a:xfrm xmlns:a="http://schemas.openxmlformats.org/drawingml/2006/main">
            <a:off x="781050" y="457200"/>
            <a:ext cx="342900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88" b="1">
                <a:solidFill>
                  <a:srgbClr val="607080"/>
                </a:solidFill>
                <a:latin typeface="Arial"/>
                <a:ea typeface="Arial"/>
                <a:cs typeface="Arial"/>
              </a:defRPr>
            </a:pPr>
            <a:r>
              <a:rPr sz="788" b="1">
                <a:solidFill>
                  <a:srgbClr val="607080"/>
                </a:solidFill>
                <a:latin typeface="Arial"/>
                <a:ea typeface="Arial"/>
                <a:cs typeface="Arial"/>
              </a:rPr>
              <a:t>KỊCH BẢN DEMO</a:t>
            </a:r>
          </a:p>
        </p:txBody>
      </p:sp>
      <p:sp>
        <p:nvSpPr>
          <p:cNvPr id="4" name="">
            <a:extLst xmlns:a="http://schemas.openxmlformats.org/drawingml/2006/main">
              <a:ext uri="{FF2B5EF4-FFF2-40B4-BE49-F238E27FC236}">
                <a16:creationId xmlns:a16="http://schemas.microsoft.com/office/drawing/2014/main" id="{DEC30BD6-9367-4F28-BF92-714CC9E93C51}"/>
              </a:ext>
            </a:extLst>
          </p:cNvPr>
          <p:cNvSpPr>
            <a:spLocks xmlns:a="http://schemas.openxmlformats.org/drawingml/2006/main" noGrp="1"/>
          </p:cNvSpPr>
          <p:nvPr/>
        </p:nvSpPr>
        <p:spPr>
          <a:xfrm xmlns:a="http://schemas.openxmlformats.org/drawingml/2006/main">
            <a:off x="609600" y="800100"/>
            <a:ext cx="6191250" cy="9144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550" b="1">
                <a:solidFill>
                  <a:srgbClr val="12212F"/>
                </a:solidFill>
                <a:latin typeface="Arial"/>
                <a:ea typeface="Arial"/>
                <a:cs typeface="Arial"/>
              </a:defRPr>
            </a:pPr>
            <a:r>
              <a:rPr sz="2550" b="1">
                <a:solidFill>
                  <a:srgbClr val="12212F"/>
                </a:solidFill>
                <a:latin typeface="Arial"/>
                <a:ea typeface="Arial"/>
                <a:cs typeface="Arial"/>
              </a:rPr>
              <a:t>Demo 5 phút nên chứng minh sản phẩm đang chạy thật, không chỉ là giao diện.</a:t>
            </a:r>
          </a:p>
        </p:txBody>
      </p:sp>
      <p:sp>
        <p:nvSpPr>
          <p:cNvPr id="5" name="">
            <a:extLst xmlns:a="http://schemas.openxmlformats.org/drawingml/2006/main">
              <a:ext uri="{FF2B5EF4-FFF2-40B4-BE49-F238E27FC236}">
                <a16:creationId xmlns:a16="http://schemas.microsoft.com/office/drawing/2014/main" id="{5654AB8A-7CA0-4A66-9890-6166EF187782}"/>
              </a:ext>
            </a:extLst>
          </p:cNvPr>
          <p:cNvSpPr>
            <a:spLocks xmlns:a="http://schemas.openxmlformats.org/drawingml/2006/main" noGrp="1"/>
          </p:cNvSpPr>
          <p:nvPr/>
        </p:nvSpPr>
        <p:spPr>
          <a:xfrm xmlns:a="http://schemas.openxmlformats.org/drawingml/2006/main">
            <a:off x="685800" y="1885950"/>
            <a:ext cx="9906000" cy="495300"/>
          </a:xfrm>
          <a:prstGeom xmlns:a="http://schemas.openxmlformats.org/drawingml/2006/main" prst="rect">
            <a:avLst/>
          </a:prstGeom>
          <a:solidFill xmlns:a="http://schemas.openxmlformats.org/drawingml/2006/main">
            <a:srgbClr val="F1E8DA"/>
          </a:solidFill>
          <a:ln xmlns:a="http://schemas.openxmlformats.org/drawingml/2006/main" w="9525">
            <a:solidFill>
              <a:srgbClr val="D8CDBD"/>
            </a:solidFill>
            <a:prstDash val="solid"/>
          </a:ln>
        </p:spPr>
      </p:sp>
      <p:sp>
        <p:nvSpPr>
          <p:cNvPr id="6" name="">
            <a:extLst xmlns:a="http://schemas.openxmlformats.org/drawingml/2006/main">
              <a:ext uri="{FF2B5EF4-FFF2-40B4-BE49-F238E27FC236}">
                <a16:creationId xmlns:a16="http://schemas.microsoft.com/office/drawing/2014/main" id="{18916678-5E1D-4D72-9E5B-585411C5952C}"/>
              </a:ext>
            </a:extLst>
          </p:cNvPr>
          <p:cNvSpPr>
            <a:spLocks xmlns:a="http://schemas.openxmlformats.org/drawingml/2006/main" noGrp="1"/>
          </p:cNvSpPr>
          <p:nvPr/>
        </p:nvSpPr>
        <p:spPr>
          <a:xfrm xmlns:a="http://schemas.openxmlformats.org/drawingml/2006/main">
            <a:off x="914400" y="2019300"/>
            <a:ext cx="11811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1">
                <a:solidFill>
                  <a:srgbClr val="D08A32"/>
                </a:solidFill>
                <a:latin typeface="Arial"/>
                <a:ea typeface="Arial"/>
                <a:cs typeface="Arial"/>
              </a:defRPr>
            </a:pPr>
            <a:r>
              <a:rPr sz="825" b="1">
                <a:solidFill>
                  <a:srgbClr val="D08A32"/>
                </a:solidFill>
                <a:latin typeface="Arial"/>
                <a:ea typeface="Arial"/>
                <a:cs typeface="Arial"/>
              </a:rPr>
              <a:t>0:00 - 0:45</a:t>
            </a:r>
          </a:p>
        </p:txBody>
      </p:sp>
      <p:sp>
        <p:nvSpPr>
          <p:cNvPr id="7" name="">
            <a:extLst xmlns:a="http://schemas.openxmlformats.org/drawingml/2006/main">
              <a:ext uri="{FF2B5EF4-FFF2-40B4-BE49-F238E27FC236}">
                <a16:creationId xmlns:a16="http://schemas.microsoft.com/office/drawing/2014/main" id="{6369AF91-087E-462C-8C56-AA3836D31579}"/>
              </a:ext>
            </a:extLst>
          </p:cNvPr>
          <p:cNvSpPr>
            <a:spLocks xmlns:a="http://schemas.openxmlformats.org/drawingml/2006/main" noGrp="1"/>
          </p:cNvSpPr>
          <p:nvPr/>
        </p:nvSpPr>
        <p:spPr>
          <a:xfrm xmlns:a="http://schemas.openxmlformats.org/drawingml/2006/main">
            <a:off x="2381250" y="2000250"/>
            <a:ext cx="2286000" cy="1905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12212F"/>
                </a:solidFill>
                <a:latin typeface="Arial"/>
                <a:ea typeface="Arial"/>
                <a:cs typeface="Arial"/>
              </a:defRPr>
            </a:pPr>
            <a:r>
              <a:rPr sz="1125" b="1">
                <a:solidFill>
                  <a:srgbClr val="12212F"/>
                </a:solidFill>
                <a:latin typeface="Arial"/>
                <a:ea typeface="Arial"/>
                <a:cs typeface="Arial"/>
              </a:rPr>
              <a:t>Đăng nhập / trang chủ</a:t>
            </a:r>
          </a:p>
        </p:txBody>
      </p:sp>
      <p:sp>
        <p:nvSpPr>
          <p:cNvPr id="8" name="">
            <a:extLst xmlns:a="http://schemas.openxmlformats.org/drawingml/2006/main">
              <a:ext uri="{FF2B5EF4-FFF2-40B4-BE49-F238E27FC236}">
                <a16:creationId xmlns:a16="http://schemas.microsoft.com/office/drawing/2014/main" id="{A4A0DAF0-35AD-4555-923E-D5F2BC1A065A}"/>
              </a:ext>
            </a:extLst>
          </p:cNvPr>
          <p:cNvSpPr>
            <a:spLocks xmlns:a="http://schemas.openxmlformats.org/drawingml/2006/main" noGrp="1"/>
          </p:cNvSpPr>
          <p:nvPr/>
        </p:nvSpPr>
        <p:spPr>
          <a:xfrm xmlns:a="http://schemas.openxmlformats.org/drawingml/2006/main">
            <a:off x="4953000" y="2000250"/>
            <a:ext cx="523875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63" b="0">
                <a:solidFill>
                  <a:srgbClr val="607080"/>
                </a:solidFill>
                <a:latin typeface="Arial"/>
                <a:ea typeface="Arial"/>
                <a:cs typeface="Arial"/>
              </a:defRPr>
            </a:pPr>
            <a:r>
              <a:rPr sz="863" b="0">
                <a:solidFill>
                  <a:srgbClr val="607080"/>
                </a:solidFill>
                <a:latin typeface="Arial"/>
                <a:ea typeface="Arial"/>
                <a:cs typeface="Arial"/>
              </a:rPr>
              <a:t>Cho thấy tài khoản, hành trình, nút bắt đầu hoặc tiếp tục tour.</a:t>
            </a:r>
          </a:p>
        </p:txBody>
      </p:sp>
      <p:sp>
        <p:nvSpPr>
          <p:cNvPr id="9" name="">
            <a:extLst xmlns:a="http://schemas.openxmlformats.org/drawingml/2006/main">
              <a:ext uri="{FF2B5EF4-FFF2-40B4-BE49-F238E27FC236}">
                <a16:creationId xmlns:a16="http://schemas.microsoft.com/office/drawing/2014/main" id="{FE22E9D1-BF13-4A16-BF33-D4E069C425F7}"/>
              </a:ext>
            </a:extLst>
          </p:cNvPr>
          <p:cNvSpPr>
            <a:spLocks xmlns:a="http://schemas.openxmlformats.org/drawingml/2006/main" noGrp="1"/>
          </p:cNvSpPr>
          <p:nvPr/>
        </p:nvSpPr>
        <p:spPr>
          <a:xfrm xmlns:a="http://schemas.openxmlformats.org/drawingml/2006/main">
            <a:off x="685800" y="2552700"/>
            <a:ext cx="9906000" cy="495300"/>
          </a:xfrm>
          <a:prstGeom xmlns:a="http://schemas.openxmlformats.org/drawingml/2006/main" prst="rect">
            <a:avLst/>
          </a:prstGeom>
          <a:solidFill xmlns:a="http://schemas.openxmlformats.org/drawingml/2006/main">
            <a:srgbClr val="FFFFFF"/>
          </a:solidFill>
          <a:ln xmlns:a="http://schemas.openxmlformats.org/drawingml/2006/main" w="9525">
            <a:solidFill>
              <a:srgbClr val="D8CDBD"/>
            </a:solidFill>
            <a:prstDash val="solid"/>
          </a:ln>
        </p:spPr>
      </p:sp>
      <p:sp>
        <p:nvSpPr>
          <p:cNvPr id="10" name="">
            <a:extLst xmlns:a="http://schemas.openxmlformats.org/drawingml/2006/main">
              <a:ext uri="{FF2B5EF4-FFF2-40B4-BE49-F238E27FC236}">
                <a16:creationId xmlns:a16="http://schemas.microsoft.com/office/drawing/2014/main" id="{F557D992-138A-40DB-9C4D-C8974126DEDC}"/>
              </a:ext>
            </a:extLst>
          </p:cNvPr>
          <p:cNvSpPr>
            <a:spLocks xmlns:a="http://schemas.openxmlformats.org/drawingml/2006/main" noGrp="1"/>
          </p:cNvSpPr>
          <p:nvPr/>
        </p:nvSpPr>
        <p:spPr>
          <a:xfrm xmlns:a="http://schemas.openxmlformats.org/drawingml/2006/main">
            <a:off x="914400" y="2686050"/>
            <a:ext cx="11811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1">
                <a:solidFill>
                  <a:srgbClr val="D08A32"/>
                </a:solidFill>
                <a:latin typeface="Arial"/>
                <a:ea typeface="Arial"/>
                <a:cs typeface="Arial"/>
              </a:defRPr>
            </a:pPr>
            <a:r>
              <a:rPr sz="825" b="1">
                <a:solidFill>
                  <a:srgbClr val="D08A32"/>
                </a:solidFill>
                <a:latin typeface="Arial"/>
                <a:ea typeface="Arial"/>
                <a:cs typeface="Arial"/>
              </a:rPr>
              <a:t>0:45 - 1:45</a:t>
            </a:r>
          </a:p>
        </p:txBody>
      </p:sp>
      <p:sp>
        <p:nvSpPr>
          <p:cNvPr id="11" name="">
            <a:extLst xmlns:a="http://schemas.openxmlformats.org/drawingml/2006/main">
              <a:ext uri="{FF2B5EF4-FFF2-40B4-BE49-F238E27FC236}">
                <a16:creationId xmlns:a16="http://schemas.microsoft.com/office/drawing/2014/main" id="{91078326-DD0D-486F-8F3C-1BF9AA5498F6}"/>
              </a:ext>
            </a:extLst>
          </p:cNvPr>
          <p:cNvSpPr>
            <a:spLocks xmlns:a="http://schemas.openxmlformats.org/drawingml/2006/main" noGrp="1"/>
          </p:cNvSpPr>
          <p:nvPr/>
        </p:nvSpPr>
        <p:spPr>
          <a:xfrm xmlns:a="http://schemas.openxmlformats.org/drawingml/2006/main">
            <a:off x="2381250" y="2667000"/>
            <a:ext cx="2286000" cy="1905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12212F"/>
                </a:solidFill>
                <a:latin typeface="Arial"/>
                <a:ea typeface="Arial"/>
                <a:cs typeface="Arial"/>
              </a:defRPr>
            </a:pPr>
            <a:r>
              <a:rPr sz="1125" b="1">
                <a:solidFill>
                  <a:srgbClr val="12212F"/>
                </a:solidFill>
                <a:latin typeface="Arial"/>
                <a:ea typeface="Arial"/>
                <a:cs typeface="Arial"/>
              </a:rPr>
              <a:t>Tour 360</a:t>
            </a:r>
          </a:p>
        </p:txBody>
      </p:sp>
      <p:sp>
        <p:nvSpPr>
          <p:cNvPr id="12" name="">
            <a:extLst xmlns:a="http://schemas.openxmlformats.org/drawingml/2006/main">
              <a:ext uri="{FF2B5EF4-FFF2-40B4-BE49-F238E27FC236}">
                <a16:creationId xmlns:a16="http://schemas.microsoft.com/office/drawing/2014/main" id="{017FF0FE-F6B8-4242-888A-3E4C86E2924C}"/>
              </a:ext>
            </a:extLst>
          </p:cNvPr>
          <p:cNvSpPr>
            <a:spLocks xmlns:a="http://schemas.openxmlformats.org/drawingml/2006/main" noGrp="1"/>
          </p:cNvSpPr>
          <p:nvPr/>
        </p:nvSpPr>
        <p:spPr>
          <a:xfrm xmlns:a="http://schemas.openxmlformats.org/drawingml/2006/main">
            <a:off x="4953000" y="2667000"/>
            <a:ext cx="523875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63" b="0">
                <a:solidFill>
                  <a:srgbClr val="607080"/>
                </a:solidFill>
                <a:latin typeface="Arial"/>
                <a:ea typeface="Arial"/>
                <a:cs typeface="Arial"/>
              </a:defRPr>
            </a:pPr>
            <a:r>
              <a:rPr sz="863" b="0">
                <a:solidFill>
                  <a:srgbClr val="607080"/>
                </a:solidFill>
                <a:latin typeface="Arial"/>
                <a:ea typeface="Arial"/>
                <a:cs typeface="Arial"/>
              </a:rPr>
              <a:t>Xoay panorama, đọc mô tả chặng, hoàn thành nhiệm vụ nhỏ.</a:t>
            </a:r>
          </a:p>
        </p:txBody>
      </p:sp>
      <p:sp>
        <p:nvSpPr>
          <p:cNvPr id="13" name="">
            <a:extLst xmlns:a="http://schemas.openxmlformats.org/drawingml/2006/main">
              <a:ext uri="{FF2B5EF4-FFF2-40B4-BE49-F238E27FC236}">
                <a16:creationId xmlns:a16="http://schemas.microsoft.com/office/drawing/2014/main" id="{F50066BA-922D-42CB-B02E-FA28897F4E54}"/>
              </a:ext>
            </a:extLst>
          </p:cNvPr>
          <p:cNvSpPr>
            <a:spLocks xmlns:a="http://schemas.openxmlformats.org/drawingml/2006/main" noGrp="1"/>
          </p:cNvSpPr>
          <p:nvPr/>
        </p:nvSpPr>
        <p:spPr>
          <a:xfrm xmlns:a="http://schemas.openxmlformats.org/drawingml/2006/main">
            <a:off x="685800" y="3219450"/>
            <a:ext cx="9906000" cy="495300"/>
          </a:xfrm>
          <a:prstGeom xmlns:a="http://schemas.openxmlformats.org/drawingml/2006/main" prst="rect">
            <a:avLst/>
          </a:prstGeom>
          <a:solidFill xmlns:a="http://schemas.openxmlformats.org/drawingml/2006/main">
            <a:srgbClr val="F1E8DA"/>
          </a:solidFill>
          <a:ln xmlns:a="http://schemas.openxmlformats.org/drawingml/2006/main" w="9525">
            <a:solidFill>
              <a:srgbClr val="D8CDBD"/>
            </a:solidFill>
            <a:prstDash val="solid"/>
          </a:ln>
        </p:spPr>
      </p:sp>
      <p:sp>
        <p:nvSpPr>
          <p:cNvPr id="14" name="">
            <a:extLst xmlns:a="http://schemas.openxmlformats.org/drawingml/2006/main">
              <a:ext uri="{FF2B5EF4-FFF2-40B4-BE49-F238E27FC236}">
                <a16:creationId xmlns:a16="http://schemas.microsoft.com/office/drawing/2014/main" id="{B6CBFC51-6640-4909-A392-0B3CC8588A2C}"/>
              </a:ext>
            </a:extLst>
          </p:cNvPr>
          <p:cNvSpPr>
            <a:spLocks xmlns:a="http://schemas.openxmlformats.org/drawingml/2006/main" noGrp="1"/>
          </p:cNvSpPr>
          <p:nvPr/>
        </p:nvSpPr>
        <p:spPr>
          <a:xfrm xmlns:a="http://schemas.openxmlformats.org/drawingml/2006/main">
            <a:off x="914400" y="3352800"/>
            <a:ext cx="11811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1">
                <a:solidFill>
                  <a:srgbClr val="D08A32"/>
                </a:solidFill>
                <a:latin typeface="Arial"/>
                <a:ea typeface="Arial"/>
                <a:cs typeface="Arial"/>
              </a:defRPr>
            </a:pPr>
            <a:r>
              <a:rPr sz="825" b="1">
                <a:solidFill>
                  <a:srgbClr val="D08A32"/>
                </a:solidFill>
                <a:latin typeface="Arial"/>
                <a:ea typeface="Arial"/>
                <a:cs typeface="Arial"/>
              </a:rPr>
              <a:t>1:45 - 2:35</a:t>
            </a:r>
          </a:p>
        </p:txBody>
      </p:sp>
      <p:sp>
        <p:nvSpPr>
          <p:cNvPr id="15" name="">
            <a:extLst xmlns:a="http://schemas.openxmlformats.org/drawingml/2006/main">
              <a:ext uri="{FF2B5EF4-FFF2-40B4-BE49-F238E27FC236}">
                <a16:creationId xmlns:a16="http://schemas.microsoft.com/office/drawing/2014/main" id="{69B39D8F-463D-482C-919D-8F4C56658745}"/>
              </a:ext>
            </a:extLst>
          </p:cNvPr>
          <p:cNvSpPr>
            <a:spLocks xmlns:a="http://schemas.openxmlformats.org/drawingml/2006/main" noGrp="1"/>
          </p:cNvSpPr>
          <p:nvPr/>
        </p:nvSpPr>
        <p:spPr>
          <a:xfrm xmlns:a="http://schemas.openxmlformats.org/drawingml/2006/main">
            <a:off x="2381250" y="3333750"/>
            <a:ext cx="2286000" cy="1905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12212F"/>
                </a:solidFill>
                <a:latin typeface="Arial"/>
                <a:ea typeface="Arial"/>
                <a:cs typeface="Arial"/>
              </a:defRPr>
            </a:pPr>
            <a:r>
              <a:rPr sz="1125" b="1">
                <a:solidFill>
                  <a:srgbClr val="12212F"/>
                </a:solidFill>
                <a:latin typeface="Arial"/>
                <a:ea typeface="Arial"/>
                <a:cs typeface="Arial"/>
              </a:rPr>
              <a:t>Bản đồ và lộ trình</a:t>
            </a:r>
          </a:p>
        </p:txBody>
      </p:sp>
      <p:sp>
        <p:nvSpPr>
          <p:cNvPr id="16" name="">
            <a:extLst xmlns:a="http://schemas.openxmlformats.org/drawingml/2006/main">
              <a:ext uri="{FF2B5EF4-FFF2-40B4-BE49-F238E27FC236}">
                <a16:creationId xmlns:a16="http://schemas.microsoft.com/office/drawing/2014/main" id="{588705C4-C57A-45F3-A88A-8158C0513186}"/>
              </a:ext>
            </a:extLst>
          </p:cNvPr>
          <p:cNvSpPr>
            <a:spLocks xmlns:a="http://schemas.openxmlformats.org/drawingml/2006/main" noGrp="1"/>
          </p:cNvSpPr>
          <p:nvPr/>
        </p:nvSpPr>
        <p:spPr>
          <a:xfrm xmlns:a="http://schemas.openxmlformats.org/drawingml/2006/main">
            <a:off x="4953000" y="3333750"/>
            <a:ext cx="523875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63" b="0">
                <a:solidFill>
                  <a:srgbClr val="607080"/>
                </a:solidFill>
                <a:latin typeface="Arial"/>
                <a:ea typeface="Arial"/>
                <a:cs typeface="Arial"/>
              </a:defRPr>
            </a:pPr>
            <a:r>
              <a:rPr sz="863" b="0">
                <a:solidFill>
                  <a:srgbClr val="607080"/>
                </a:solidFill>
                <a:latin typeface="Arial"/>
                <a:ea typeface="Arial"/>
                <a:cs typeface="Arial"/>
              </a:rPr>
              <a:t>Mở map, route, chỉ ra khu V/khu K và trạng thái chặng.</a:t>
            </a:r>
          </a:p>
        </p:txBody>
      </p:sp>
      <p:sp>
        <p:nvSpPr>
          <p:cNvPr id="17" name="">
            <a:extLst xmlns:a="http://schemas.openxmlformats.org/drawingml/2006/main">
              <a:ext uri="{FF2B5EF4-FFF2-40B4-BE49-F238E27FC236}">
                <a16:creationId xmlns:a16="http://schemas.microsoft.com/office/drawing/2014/main" id="{5D83706F-B251-465B-961B-641EB7B510C0}"/>
              </a:ext>
            </a:extLst>
          </p:cNvPr>
          <p:cNvSpPr>
            <a:spLocks xmlns:a="http://schemas.openxmlformats.org/drawingml/2006/main" noGrp="1"/>
          </p:cNvSpPr>
          <p:nvPr/>
        </p:nvSpPr>
        <p:spPr>
          <a:xfrm xmlns:a="http://schemas.openxmlformats.org/drawingml/2006/main">
            <a:off x="685800" y="3886200"/>
            <a:ext cx="9906000" cy="495300"/>
          </a:xfrm>
          <a:prstGeom xmlns:a="http://schemas.openxmlformats.org/drawingml/2006/main" prst="rect">
            <a:avLst/>
          </a:prstGeom>
          <a:solidFill xmlns:a="http://schemas.openxmlformats.org/drawingml/2006/main">
            <a:srgbClr val="FFFFFF"/>
          </a:solidFill>
          <a:ln xmlns:a="http://schemas.openxmlformats.org/drawingml/2006/main" w="9525">
            <a:solidFill>
              <a:srgbClr val="D8CDBD"/>
            </a:solidFill>
            <a:prstDash val="solid"/>
          </a:ln>
        </p:spPr>
      </p:sp>
      <p:sp>
        <p:nvSpPr>
          <p:cNvPr id="18" name="">
            <a:extLst xmlns:a="http://schemas.openxmlformats.org/drawingml/2006/main">
              <a:ext uri="{FF2B5EF4-FFF2-40B4-BE49-F238E27FC236}">
                <a16:creationId xmlns:a16="http://schemas.microsoft.com/office/drawing/2014/main" id="{8F2EEDF9-6127-4DD6-99CB-13CA1EEBD422}"/>
              </a:ext>
            </a:extLst>
          </p:cNvPr>
          <p:cNvSpPr>
            <a:spLocks xmlns:a="http://schemas.openxmlformats.org/drawingml/2006/main" noGrp="1"/>
          </p:cNvSpPr>
          <p:nvPr/>
        </p:nvSpPr>
        <p:spPr>
          <a:xfrm xmlns:a="http://schemas.openxmlformats.org/drawingml/2006/main">
            <a:off x="914400" y="4019550"/>
            <a:ext cx="11811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1">
                <a:solidFill>
                  <a:srgbClr val="D08A32"/>
                </a:solidFill>
                <a:latin typeface="Arial"/>
                <a:ea typeface="Arial"/>
                <a:cs typeface="Arial"/>
              </a:defRPr>
            </a:pPr>
            <a:r>
              <a:rPr sz="825" b="1">
                <a:solidFill>
                  <a:srgbClr val="D08A32"/>
                </a:solidFill>
                <a:latin typeface="Arial"/>
                <a:ea typeface="Arial"/>
                <a:cs typeface="Arial"/>
              </a:rPr>
              <a:t>2:35 - 3:45</a:t>
            </a:r>
          </a:p>
        </p:txBody>
      </p:sp>
      <p:sp>
        <p:nvSpPr>
          <p:cNvPr id="19" name="">
            <a:extLst xmlns:a="http://schemas.openxmlformats.org/drawingml/2006/main">
              <a:ext uri="{FF2B5EF4-FFF2-40B4-BE49-F238E27FC236}">
                <a16:creationId xmlns:a16="http://schemas.microsoft.com/office/drawing/2014/main" id="{C14243F6-BC2F-48E2-A7AD-7B45BEA52256}"/>
              </a:ext>
            </a:extLst>
          </p:cNvPr>
          <p:cNvSpPr>
            <a:spLocks xmlns:a="http://schemas.openxmlformats.org/drawingml/2006/main" noGrp="1"/>
          </p:cNvSpPr>
          <p:nvPr/>
        </p:nvSpPr>
        <p:spPr>
          <a:xfrm xmlns:a="http://schemas.openxmlformats.org/drawingml/2006/main">
            <a:off x="2381250" y="4000500"/>
            <a:ext cx="2286000" cy="1905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12212F"/>
                </a:solidFill>
                <a:latin typeface="Arial"/>
                <a:ea typeface="Arial"/>
                <a:cs typeface="Arial"/>
              </a:defRPr>
            </a:pPr>
            <a:r>
              <a:rPr sz="1125" b="1">
                <a:solidFill>
                  <a:srgbClr val="12212F"/>
                </a:solidFill>
                <a:latin typeface="Arial"/>
                <a:ea typeface="Arial"/>
                <a:cs typeface="Arial"/>
              </a:rPr>
              <a:t>VKU Guide</a:t>
            </a:r>
          </a:p>
        </p:txBody>
      </p:sp>
      <p:sp>
        <p:nvSpPr>
          <p:cNvPr id="20" name="">
            <a:extLst xmlns:a="http://schemas.openxmlformats.org/drawingml/2006/main">
              <a:ext uri="{FF2B5EF4-FFF2-40B4-BE49-F238E27FC236}">
                <a16:creationId xmlns:a16="http://schemas.microsoft.com/office/drawing/2014/main" id="{2ACE8846-8326-4A01-B461-BF2C171540BD}"/>
              </a:ext>
            </a:extLst>
          </p:cNvPr>
          <p:cNvSpPr>
            <a:spLocks xmlns:a="http://schemas.openxmlformats.org/drawingml/2006/main" noGrp="1"/>
          </p:cNvSpPr>
          <p:nvPr/>
        </p:nvSpPr>
        <p:spPr>
          <a:xfrm xmlns:a="http://schemas.openxmlformats.org/drawingml/2006/main">
            <a:off x="4953000" y="4000500"/>
            <a:ext cx="523875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63" b="0">
                <a:solidFill>
                  <a:srgbClr val="607080"/>
                </a:solidFill>
                <a:latin typeface="Arial"/>
                <a:ea typeface="Arial"/>
                <a:cs typeface="Arial"/>
              </a:defRPr>
            </a:pPr>
            <a:r>
              <a:rPr sz="863" b="0">
                <a:solidFill>
                  <a:srgbClr val="607080"/>
                </a:solidFill>
                <a:latin typeface="Arial"/>
                <a:ea typeface="Arial"/>
                <a:cs typeface="Arial"/>
              </a:rPr>
              <a:t>Hỏi: Tôi đang ở đâu? Nhiệm vụ tiếp theo là gì? Phòng đào tạo làm gì?</a:t>
            </a:r>
          </a:p>
        </p:txBody>
      </p:sp>
      <p:sp>
        <p:nvSpPr>
          <p:cNvPr id="21" name="">
            <a:extLst xmlns:a="http://schemas.openxmlformats.org/drawingml/2006/main">
              <a:ext uri="{FF2B5EF4-FFF2-40B4-BE49-F238E27FC236}">
                <a16:creationId xmlns:a16="http://schemas.microsoft.com/office/drawing/2014/main" id="{701CB8E1-4AFD-4B05-9E5F-9355F3349EE2}"/>
              </a:ext>
            </a:extLst>
          </p:cNvPr>
          <p:cNvSpPr>
            <a:spLocks xmlns:a="http://schemas.openxmlformats.org/drawingml/2006/main" noGrp="1"/>
          </p:cNvSpPr>
          <p:nvPr/>
        </p:nvSpPr>
        <p:spPr>
          <a:xfrm xmlns:a="http://schemas.openxmlformats.org/drawingml/2006/main">
            <a:off x="685800" y="4552950"/>
            <a:ext cx="9906000" cy="495300"/>
          </a:xfrm>
          <a:prstGeom xmlns:a="http://schemas.openxmlformats.org/drawingml/2006/main" prst="rect">
            <a:avLst/>
          </a:prstGeom>
          <a:solidFill xmlns:a="http://schemas.openxmlformats.org/drawingml/2006/main">
            <a:srgbClr val="F1E8DA"/>
          </a:solidFill>
          <a:ln xmlns:a="http://schemas.openxmlformats.org/drawingml/2006/main" w="9525">
            <a:solidFill>
              <a:srgbClr val="D8CDBD"/>
            </a:solidFill>
            <a:prstDash val="solid"/>
          </a:ln>
        </p:spPr>
      </p:sp>
      <p:sp>
        <p:nvSpPr>
          <p:cNvPr id="22" name="">
            <a:extLst xmlns:a="http://schemas.openxmlformats.org/drawingml/2006/main">
              <a:ext uri="{FF2B5EF4-FFF2-40B4-BE49-F238E27FC236}">
                <a16:creationId xmlns:a16="http://schemas.microsoft.com/office/drawing/2014/main" id="{86FABD53-6B6A-4868-80C0-B1EC5DA2FFCD}"/>
              </a:ext>
            </a:extLst>
          </p:cNvPr>
          <p:cNvSpPr>
            <a:spLocks xmlns:a="http://schemas.openxmlformats.org/drawingml/2006/main" noGrp="1"/>
          </p:cNvSpPr>
          <p:nvPr/>
        </p:nvSpPr>
        <p:spPr>
          <a:xfrm xmlns:a="http://schemas.openxmlformats.org/drawingml/2006/main">
            <a:off x="914400" y="4686300"/>
            <a:ext cx="11811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1">
                <a:solidFill>
                  <a:srgbClr val="D08A32"/>
                </a:solidFill>
                <a:latin typeface="Arial"/>
                <a:ea typeface="Arial"/>
                <a:cs typeface="Arial"/>
              </a:defRPr>
            </a:pPr>
            <a:r>
              <a:rPr sz="825" b="1">
                <a:solidFill>
                  <a:srgbClr val="D08A32"/>
                </a:solidFill>
                <a:latin typeface="Arial"/>
                <a:ea typeface="Arial"/>
                <a:cs typeface="Arial"/>
              </a:rPr>
              <a:t>3:45 - 4:35</a:t>
            </a:r>
          </a:p>
        </p:txBody>
      </p:sp>
      <p:sp>
        <p:nvSpPr>
          <p:cNvPr id="23" name="">
            <a:extLst xmlns:a="http://schemas.openxmlformats.org/drawingml/2006/main">
              <a:ext uri="{FF2B5EF4-FFF2-40B4-BE49-F238E27FC236}">
                <a16:creationId xmlns:a16="http://schemas.microsoft.com/office/drawing/2014/main" id="{26F6EAA4-22AE-490E-8963-4D2284A36EEA}"/>
              </a:ext>
            </a:extLst>
          </p:cNvPr>
          <p:cNvSpPr>
            <a:spLocks xmlns:a="http://schemas.openxmlformats.org/drawingml/2006/main" noGrp="1"/>
          </p:cNvSpPr>
          <p:nvPr/>
        </p:nvSpPr>
        <p:spPr>
          <a:xfrm xmlns:a="http://schemas.openxmlformats.org/drawingml/2006/main">
            <a:off x="2381250" y="4667250"/>
            <a:ext cx="2286000" cy="1905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12212F"/>
                </a:solidFill>
                <a:latin typeface="Arial"/>
                <a:ea typeface="Arial"/>
                <a:cs typeface="Arial"/>
              </a:defRPr>
            </a:pPr>
            <a:r>
              <a:rPr sz="1125" b="1">
                <a:solidFill>
                  <a:srgbClr val="12212F"/>
                </a:solidFill>
                <a:latin typeface="Arial"/>
                <a:ea typeface="Arial"/>
                <a:cs typeface="Arial"/>
              </a:rPr>
              <a:t>Hồ sơ / khoảnh khắc</a:t>
            </a:r>
          </a:p>
        </p:txBody>
      </p:sp>
      <p:sp>
        <p:nvSpPr>
          <p:cNvPr id="24" name="">
            <a:extLst xmlns:a="http://schemas.openxmlformats.org/drawingml/2006/main">
              <a:ext uri="{FF2B5EF4-FFF2-40B4-BE49-F238E27FC236}">
                <a16:creationId xmlns:a16="http://schemas.microsoft.com/office/drawing/2014/main" id="{6A5153E0-CEF2-427F-AA1C-C0B6EE1ED701}"/>
              </a:ext>
            </a:extLst>
          </p:cNvPr>
          <p:cNvSpPr>
            <a:spLocks xmlns:a="http://schemas.openxmlformats.org/drawingml/2006/main" noGrp="1"/>
          </p:cNvSpPr>
          <p:nvPr/>
        </p:nvSpPr>
        <p:spPr>
          <a:xfrm xmlns:a="http://schemas.openxmlformats.org/drawingml/2006/main">
            <a:off x="4953000" y="4667250"/>
            <a:ext cx="523875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63" b="0">
                <a:solidFill>
                  <a:srgbClr val="607080"/>
                </a:solidFill>
                <a:latin typeface="Arial"/>
                <a:ea typeface="Arial"/>
                <a:cs typeface="Arial"/>
              </a:defRPr>
            </a:pPr>
            <a:r>
              <a:rPr sz="863" b="0">
                <a:solidFill>
                  <a:srgbClr val="607080"/>
                </a:solidFill>
                <a:latin typeface="Arial"/>
                <a:ea typeface="Arial"/>
                <a:cs typeface="Arial"/>
              </a:rPr>
              <a:t>Mở profile, avatar, thành tích hoặc ảnh cộng đồng.</a:t>
            </a:r>
          </a:p>
        </p:txBody>
      </p:sp>
      <p:sp>
        <p:nvSpPr>
          <p:cNvPr id="25" name="">
            <a:extLst xmlns:a="http://schemas.openxmlformats.org/drawingml/2006/main">
              <a:ext uri="{FF2B5EF4-FFF2-40B4-BE49-F238E27FC236}">
                <a16:creationId xmlns:a16="http://schemas.microsoft.com/office/drawing/2014/main" id="{ACB069E1-C6C1-4FDF-B033-E8FEF9733800}"/>
              </a:ext>
            </a:extLst>
          </p:cNvPr>
          <p:cNvSpPr>
            <a:spLocks xmlns:a="http://schemas.openxmlformats.org/drawingml/2006/main" noGrp="1"/>
          </p:cNvSpPr>
          <p:nvPr/>
        </p:nvSpPr>
        <p:spPr>
          <a:xfrm xmlns:a="http://schemas.openxmlformats.org/drawingml/2006/main">
            <a:off x="685800" y="5219700"/>
            <a:ext cx="9906000" cy="495300"/>
          </a:xfrm>
          <a:prstGeom xmlns:a="http://schemas.openxmlformats.org/drawingml/2006/main" prst="rect">
            <a:avLst/>
          </a:prstGeom>
          <a:solidFill xmlns:a="http://schemas.openxmlformats.org/drawingml/2006/main">
            <a:srgbClr val="FFFFFF"/>
          </a:solidFill>
          <a:ln xmlns:a="http://schemas.openxmlformats.org/drawingml/2006/main" w="9525">
            <a:solidFill>
              <a:srgbClr val="D8CDBD"/>
            </a:solidFill>
            <a:prstDash val="solid"/>
          </a:ln>
        </p:spPr>
      </p:sp>
      <p:sp>
        <p:nvSpPr>
          <p:cNvPr id="26" name="">
            <a:extLst xmlns:a="http://schemas.openxmlformats.org/drawingml/2006/main">
              <a:ext uri="{FF2B5EF4-FFF2-40B4-BE49-F238E27FC236}">
                <a16:creationId xmlns:a16="http://schemas.microsoft.com/office/drawing/2014/main" id="{BB010CD1-27F3-4C18-881F-1BB4E4DA0F92}"/>
              </a:ext>
            </a:extLst>
          </p:cNvPr>
          <p:cNvSpPr>
            <a:spLocks xmlns:a="http://schemas.openxmlformats.org/drawingml/2006/main" noGrp="1"/>
          </p:cNvSpPr>
          <p:nvPr/>
        </p:nvSpPr>
        <p:spPr>
          <a:xfrm xmlns:a="http://schemas.openxmlformats.org/drawingml/2006/main">
            <a:off x="914400" y="5353050"/>
            <a:ext cx="11811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1">
                <a:solidFill>
                  <a:srgbClr val="D08A32"/>
                </a:solidFill>
                <a:latin typeface="Arial"/>
                <a:ea typeface="Arial"/>
                <a:cs typeface="Arial"/>
              </a:defRPr>
            </a:pPr>
            <a:r>
              <a:rPr sz="825" b="1">
                <a:solidFill>
                  <a:srgbClr val="D08A32"/>
                </a:solidFill>
                <a:latin typeface="Arial"/>
                <a:ea typeface="Arial"/>
                <a:cs typeface="Arial"/>
              </a:rPr>
              <a:t>4:35 - 5:00</a:t>
            </a:r>
          </a:p>
        </p:txBody>
      </p:sp>
      <p:sp>
        <p:nvSpPr>
          <p:cNvPr id="27" name="">
            <a:extLst xmlns:a="http://schemas.openxmlformats.org/drawingml/2006/main">
              <a:ext uri="{FF2B5EF4-FFF2-40B4-BE49-F238E27FC236}">
                <a16:creationId xmlns:a16="http://schemas.microsoft.com/office/drawing/2014/main" id="{15D1E9F9-EB08-4DF5-BBC2-D6112245D91F}"/>
              </a:ext>
            </a:extLst>
          </p:cNvPr>
          <p:cNvSpPr>
            <a:spLocks xmlns:a="http://schemas.openxmlformats.org/drawingml/2006/main" noGrp="1"/>
          </p:cNvSpPr>
          <p:nvPr/>
        </p:nvSpPr>
        <p:spPr>
          <a:xfrm xmlns:a="http://schemas.openxmlformats.org/drawingml/2006/main">
            <a:off x="2381250" y="5334000"/>
            <a:ext cx="2286000" cy="1905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12212F"/>
                </a:solidFill>
                <a:latin typeface="Arial"/>
                <a:ea typeface="Arial"/>
                <a:cs typeface="Arial"/>
              </a:defRPr>
            </a:pPr>
            <a:r>
              <a:rPr sz="1125" b="1">
                <a:solidFill>
                  <a:srgbClr val="12212F"/>
                </a:solidFill>
                <a:latin typeface="Arial"/>
                <a:ea typeface="Arial"/>
                <a:cs typeface="Arial"/>
              </a:rPr>
              <a:t>Kết luận</a:t>
            </a:r>
          </a:p>
        </p:txBody>
      </p:sp>
      <p:sp>
        <p:nvSpPr>
          <p:cNvPr id="28" name="">
            <a:extLst xmlns:a="http://schemas.openxmlformats.org/drawingml/2006/main">
              <a:ext uri="{FF2B5EF4-FFF2-40B4-BE49-F238E27FC236}">
                <a16:creationId xmlns:a16="http://schemas.microsoft.com/office/drawing/2014/main" id="{F35D0311-109D-40E2-8F20-6E34AE8BBA5D}"/>
              </a:ext>
            </a:extLst>
          </p:cNvPr>
          <p:cNvSpPr>
            <a:spLocks xmlns:a="http://schemas.openxmlformats.org/drawingml/2006/main" noGrp="1"/>
          </p:cNvSpPr>
          <p:nvPr/>
        </p:nvSpPr>
        <p:spPr>
          <a:xfrm xmlns:a="http://schemas.openxmlformats.org/drawingml/2006/main">
            <a:off x="4953000" y="5334000"/>
            <a:ext cx="523875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63" b="0">
                <a:solidFill>
                  <a:srgbClr val="607080"/>
                </a:solidFill>
                <a:latin typeface="Arial"/>
                <a:ea typeface="Arial"/>
                <a:cs typeface="Arial"/>
              </a:defRPr>
            </a:pPr>
            <a:r>
              <a:rPr sz="863" b="0">
                <a:solidFill>
                  <a:srgbClr val="607080"/>
                </a:solidFill>
                <a:latin typeface="Arial"/>
                <a:ea typeface="Arial"/>
                <a:cs typeface="Arial"/>
              </a:rPr>
              <a:t>Nêu giá trị cho tân sinh viên và hướng mở rộng.</a:t>
            </a:r>
          </a:p>
        </p:txBody>
      </p:sp>
      <p:sp>
        <p:nvSpPr>
          <p:cNvPr id="29" name="">
            <a:extLst xmlns:a="http://schemas.openxmlformats.org/drawingml/2006/main">
              <a:ext uri="{FF2B5EF4-FFF2-40B4-BE49-F238E27FC236}">
                <a16:creationId xmlns:a16="http://schemas.microsoft.com/office/drawing/2014/main" id="{B6E36A38-5684-4936-869C-E1546DD75EC1}"/>
              </a:ext>
            </a:extLst>
          </p:cNvPr>
          <p:cNvSpPr>
            <a:spLocks xmlns:a="http://schemas.openxmlformats.org/drawingml/2006/main" noGrp="1"/>
          </p:cNvSpPr>
          <p:nvPr/>
        </p:nvSpPr>
        <p:spPr>
          <a:xfrm xmlns:a="http://schemas.openxmlformats.org/drawingml/2006/main">
            <a:off x="7410450" y="1200150"/>
            <a:ext cx="3143250" cy="285750"/>
          </a:xfrm>
          <a:prstGeom xmlns:a="http://schemas.openxmlformats.org/drawingml/2006/main" prst="roundRect">
            <a:avLst>
              <a:gd name="adj" fmla="val 26667"/>
            </a:avLst>
          </a:prstGeom>
          <a:solidFill xmlns:a="http://schemas.openxmlformats.org/drawingml/2006/main">
            <a:srgbClr val="D08A32"/>
          </a:solidFill>
          <a:ln xmlns:a="http://schemas.openxmlformats.org/drawingml/2006/main" w="0">
            <a:solidFill>
              <a:srgbClr val="000000">
                <a:alpha val="0"/>
              </a:srgbClr>
            </a:solidFill>
            <a:prstDash val="solid"/>
          </a:ln>
        </p:spPr>
      </p:sp>
      <p:sp>
        <p:nvSpPr>
          <p:cNvPr id="30" name="">
            <a:extLst xmlns:a="http://schemas.openxmlformats.org/drawingml/2006/main">
              <a:ext uri="{FF2B5EF4-FFF2-40B4-BE49-F238E27FC236}">
                <a16:creationId xmlns:a16="http://schemas.microsoft.com/office/drawing/2014/main" id="{6831A91F-B00B-45CE-9EBE-DF3FE47839D7}"/>
              </a:ext>
            </a:extLst>
          </p:cNvPr>
          <p:cNvSpPr>
            <a:spLocks xmlns:a="http://schemas.openxmlformats.org/drawingml/2006/main" noGrp="1"/>
          </p:cNvSpPr>
          <p:nvPr/>
        </p:nvSpPr>
        <p:spPr>
          <a:xfrm xmlns:a="http://schemas.openxmlformats.org/drawingml/2006/main">
            <a:off x="7524750" y="1257300"/>
            <a:ext cx="2914650" cy="1524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750" b="1">
                <a:solidFill>
                  <a:srgbClr val="0F1B2A"/>
                </a:solidFill>
                <a:latin typeface="Arial"/>
                <a:ea typeface="Arial"/>
                <a:cs typeface="Arial"/>
              </a:defRPr>
            </a:pPr>
            <a:r>
              <a:rPr sz="750" b="1">
                <a:solidFill>
                  <a:srgbClr val="0F1B2A"/>
                </a:solidFill>
                <a:latin typeface="Arial"/>
                <a:ea typeface="Arial"/>
                <a:cs typeface="Arial"/>
              </a:rPr>
              <a:t>Câu chốt demo: tour + dữ liệu + AI guide</a:t>
            </a:r>
          </a:p>
        </p:txBody>
      </p:sp>
      <p:sp>
        <p:nvSpPr>
          <p:cNvPr id="31" name="">
            <a:extLst xmlns:a="http://schemas.openxmlformats.org/drawingml/2006/main">
              <a:ext uri="{FF2B5EF4-FFF2-40B4-BE49-F238E27FC236}">
                <a16:creationId xmlns:a16="http://schemas.microsoft.com/office/drawing/2014/main" id="{8014D0FF-8BF3-4D51-B115-EE24C4698298}"/>
              </a:ext>
            </a:extLst>
          </p:cNvPr>
          <p:cNvSpPr>
            <a:spLocks xmlns:a="http://schemas.openxmlformats.org/drawingml/2006/main" noGrp="1"/>
          </p:cNvSpPr>
          <p:nvPr/>
        </p:nvSpPr>
        <p:spPr>
          <a:xfrm xmlns:a="http://schemas.openxmlformats.org/drawingml/2006/main">
            <a:off x="609600" y="6343650"/>
            <a:ext cx="9715500" cy="9525"/>
          </a:xfrm>
          <a:prstGeom xmlns:a="http://schemas.openxmlformats.org/drawingml/2006/main" prst="rect">
            <a:avLst/>
          </a:prstGeom>
          <a:solidFill xmlns:a="http://schemas.openxmlformats.org/drawingml/2006/main">
            <a:srgbClr val="D8CDBD"/>
          </a:solidFill>
          <a:ln xmlns:a="http://schemas.openxmlformats.org/drawingml/2006/main" w="0">
            <a:solidFill>
              <a:srgbClr val="000000">
                <a:alpha val="0"/>
              </a:srgbClr>
            </a:solidFill>
            <a:prstDash val="solid"/>
          </a:ln>
        </p:spPr>
      </p:sp>
      <p:sp>
        <p:nvSpPr>
          <p:cNvPr id="32" name="">
            <a:extLst xmlns:a="http://schemas.openxmlformats.org/drawingml/2006/main">
              <a:ext uri="{FF2B5EF4-FFF2-40B4-BE49-F238E27FC236}">
                <a16:creationId xmlns:a16="http://schemas.microsoft.com/office/drawing/2014/main" id="{6A871599-D0E9-4A51-93FD-0F3AA8CB65B1}"/>
              </a:ext>
            </a:extLst>
          </p:cNvPr>
          <p:cNvSpPr>
            <a:spLocks xmlns:a="http://schemas.openxmlformats.org/drawingml/2006/main" noGrp="1"/>
          </p:cNvSpPr>
          <p:nvPr/>
        </p:nvSpPr>
        <p:spPr>
          <a:xfrm xmlns:a="http://schemas.openxmlformats.org/drawingml/2006/main">
            <a:off x="609600" y="6457950"/>
            <a:ext cx="53340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638" b="0">
                <a:solidFill>
                  <a:srgbClr val="607080"/>
                </a:solidFill>
                <a:latin typeface="Arial"/>
                <a:ea typeface="Arial"/>
                <a:cs typeface="Arial"/>
              </a:defRPr>
            </a:pPr>
            <a:r>
              <a:rPr sz="638" b="0">
                <a:solidFill>
                  <a:srgbClr val="607080"/>
                </a:solidFill>
                <a:latin typeface="Arial"/>
                <a:ea typeface="Arial"/>
                <a:cs typeface="Arial"/>
              </a:rPr>
              <a:t>VKU 360 Quest | Ý tưởng - Công nghệ - Demo sản phẩm</a:t>
            </a:r>
          </a:p>
        </p:txBody>
      </p:sp>
      <p:sp>
        <p:nvSpPr>
          <p:cNvPr id="33" name="">
            <a:extLst xmlns:a="http://schemas.openxmlformats.org/drawingml/2006/main">
              <a:ext uri="{FF2B5EF4-FFF2-40B4-BE49-F238E27FC236}">
                <a16:creationId xmlns:a16="http://schemas.microsoft.com/office/drawing/2014/main" id="{2BB52CCE-A3C7-4EDC-84BB-0A4F4EDE0729}"/>
              </a:ext>
            </a:extLst>
          </p:cNvPr>
          <p:cNvSpPr>
            <a:spLocks xmlns:a="http://schemas.openxmlformats.org/drawingml/2006/main" noGrp="1"/>
          </p:cNvSpPr>
          <p:nvPr/>
        </p:nvSpPr>
        <p:spPr>
          <a:xfrm xmlns:a="http://schemas.openxmlformats.org/drawingml/2006/main">
            <a:off x="10877550" y="6400800"/>
            <a:ext cx="6858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900" b="1">
                <a:solidFill>
                  <a:srgbClr val="607080"/>
                </a:solidFill>
                <a:latin typeface="Arial"/>
                <a:ea typeface="Arial"/>
                <a:cs typeface="Arial"/>
              </a:defRPr>
            </a:pPr>
            <a:r>
              <a:rPr sz="900" b="1">
                <a:solidFill>
                  <a:srgbClr val="607080"/>
                </a:solidFill>
                <a:latin typeface="Arial"/>
                <a:ea typeface="Arial"/>
                <a:cs typeface="Arial"/>
              </a:rPr>
              <a:t>04</a:t>
            </a:r>
          </a:p>
        </p:txBody>
      </p:sp>
    </p:spTree>
    <p:extLst>
      <p:ext uri="{BB962C8B-B14F-4D97-AF65-F5344CB8AC3E}">
        <p14:creationId xmlns:p14="http://schemas.microsoft.com/office/powerpoint/2010/main" val="803795780"/>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201A3D0F-A87D-4746-95BB-5CA4D175C81E}"/>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0F1B2A"/>
          </a:solidFill>
          <a:ln xmlns:a="http://schemas.openxmlformats.org/drawingml/2006/main" w="0">
            <a:solidFill>
              <a:srgbClr val="000000">
                <a:alpha val="0"/>
              </a:srgbClr>
            </a:solidFill>
            <a:prstDash val="solid"/>
          </a:ln>
        </p:spPr>
      </p:sp>
      <p:sp>
        <p:nvSpPr>
          <p:cNvPr id="2" name="kicker-marker">
            <a:extLst xmlns:a="http://schemas.openxmlformats.org/drawingml/2006/main">
              <a:ext uri="{FF2B5EF4-FFF2-40B4-BE49-F238E27FC236}">
                <a16:creationId xmlns:a16="http://schemas.microsoft.com/office/drawing/2014/main" id="{8762C5EC-5749-45AC-86D9-038023EF4224}"/>
              </a:ext>
            </a:extLst>
          </p:cNvPr>
          <p:cNvSpPr>
            <a:spLocks xmlns:a="http://schemas.openxmlformats.org/drawingml/2006/main" noGrp="1"/>
          </p:cNvSpPr>
          <p:nvPr/>
        </p:nvSpPr>
        <p:spPr>
          <a:xfrm xmlns:a="http://schemas.openxmlformats.org/drawingml/2006/main">
            <a:off x="609600" y="523875"/>
            <a:ext cx="76200" cy="76200"/>
          </a:xfrm>
          <a:prstGeom xmlns:a="http://schemas.openxmlformats.org/drawingml/2006/main" prst="rect">
            <a:avLst/>
          </a:prstGeom>
          <a:solidFill xmlns:a="http://schemas.openxmlformats.org/drawingml/2006/main">
            <a:srgbClr val="D08A32"/>
          </a:solidFill>
          <a:ln xmlns:a="http://schemas.openxmlformats.org/drawingml/2006/main" w="0">
            <a:solidFill>
              <a:srgbClr val="000000">
                <a:alpha val="0"/>
              </a:srgbClr>
            </a:solidFill>
            <a:prstDash val="solid"/>
          </a:ln>
        </p:spPr>
      </p:sp>
      <p:sp>
        <p:nvSpPr>
          <p:cNvPr id="3" name="kicker-label">
            <a:extLst xmlns:a="http://schemas.openxmlformats.org/drawingml/2006/main">
              <a:ext uri="{FF2B5EF4-FFF2-40B4-BE49-F238E27FC236}">
                <a16:creationId xmlns:a16="http://schemas.microsoft.com/office/drawing/2014/main" id="{B85458B1-72B5-4553-B463-692F27FA9D3E}"/>
              </a:ext>
            </a:extLst>
          </p:cNvPr>
          <p:cNvSpPr>
            <a:spLocks xmlns:a="http://schemas.openxmlformats.org/drawingml/2006/main" noGrp="1"/>
          </p:cNvSpPr>
          <p:nvPr/>
        </p:nvSpPr>
        <p:spPr>
          <a:xfrm xmlns:a="http://schemas.openxmlformats.org/drawingml/2006/main">
            <a:off x="781050" y="457200"/>
            <a:ext cx="342900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88" b="1">
                <a:solidFill>
                  <a:srgbClr val="607080"/>
                </a:solidFill>
                <a:latin typeface="Arial"/>
                <a:ea typeface="Arial"/>
                <a:cs typeface="Arial"/>
              </a:defRPr>
            </a:pPr>
            <a:r>
              <a:rPr sz="788" b="1">
                <a:solidFill>
                  <a:srgbClr val="607080"/>
                </a:solidFill>
                <a:latin typeface="Arial"/>
                <a:ea typeface="Arial"/>
                <a:cs typeface="Arial"/>
              </a:rPr>
              <a:t>CÔNG NGHỆ SỬ DỤNG</a:t>
            </a:r>
          </a:p>
        </p:txBody>
      </p:sp>
      <p:sp>
        <p:nvSpPr>
          <p:cNvPr id="4" name="">
            <a:extLst xmlns:a="http://schemas.openxmlformats.org/drawingml/2006/main">
              <a:ext uri="{FF2B5EF4-FFF2-40B4-BE49-F238E27FC236}">
                <a16:creationId xmlns:a16="http://schemas.microsoft.com/office/drawing/2014/main" id="{B3D9E241-BBE7-49BB-88ED-9E7A7D17D10E}"/>
              </a:ext>
            </a:extLst>
          </p:cNvPr>
          <p:cNvSpPr>
            <a:spLocks xmlns:a="http://schemas.openxmlformats.org/drawingml/2006/main" noGrp="1"/>
          </p:cNvSpPr>
          <p:nvPr/>
        </p:nvSpPr>
        <p:spPr>
          <a:xfrm xmlns:a="http://schemas.openxmlformats.org/drawingml/2006/main">
            <a:off x="609600" y="800100"/>
            <a:ext cx="8953500" cy="9525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550" b="1">
                <a:solidFill>
                  <a:srgbClr val="FFFFFF"/>
                </a:solidFill>
                <a:latin typeface="Arial"/>
                <a:ea typeface="Arial"/>
                <a:cs typeface="Arial"/>
              </a:defRPr>
            </a:pPr>
            <a:r>
              <a:rPr sz="2550" b="1">
                <a:solidFill>
                  <a:srgbClr val="FFFFFF"/>
                </a:solidFill>
                <a:latin typeface="Arial"/>
                <a:ea typeface="Arial"/>
                <a:cs typeface="Arial"/>
              </a:rPr>
              <a:t>Frontend tĩnh giữ trải nghiệm nhẹ; Firebase xử lý danh tính, dữ liệu và backend.</a:t>
            </a:r>
          </a:p>
        </p:txBody>
      </p:sp>
      <p:sp>
        <p:nvSpPr>
          <p:cNvPr id="5" name="">
            <a:extLst xmlns:a="http://schemas.openxmlformats.org/drawingml/2006/main">
              <a:ext uri="{FF2B5EF4-FFF2-40B4-BE49-F238E27FC236}">
                <a16:creationId xmlns:a16="http://schemas.microsoft.com/office/drawing/2014/main" id="{61B3F200-CB80-471B-8A72-CE5F150F5C78}"/>
              </a:ext>
            </a:extLst>
          </p:cNvPr>
          <p:cNvSpPr>
            <a:spLocks xmlns:a="http://schemas.openxmlformats.org/drawingml/2006/main" noGrp="1"/>
          </p:cNvSpPr>
          <p:nvPr/>
        </p:nvSpPr>
        <p:spPr>
          <a:xfrm xmlns:a="http://schemas.openxmlformats.org/drawingml/2006/main">
            <a:off x="762000" y="2000250"/>
            <a:ext cx="24765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75" b="1">
                <a:solidFill>
                  <a:srgbClr val="E7EEF4"/>
                </a:solidFill>
                <a:latin typeface="Arial"/>
                <a:ea typeface="Arial"/>
                <a:cs typeface="Arial"/>
              </a:defRPr>
            </a:pPr>
            <a:r>
              <a:rPr sz="1275" b="1">
                <a:solidFill>
                  <a:srgbClr val="E7EEF4"/>
                </a:solidFill>
                <a:latin typeface="Arial"/>
                <a:ea typeface="Arial"/>
                <a:cs typeface="Arial"/>
              </a:rPr>
              <a:t>Kiến trúc tổng thể</a:t>
            </a:r>
          </a:p>
        </p:txBody>
      </p:sp>
      <p:sp>
        <p:nvSpPr>
          <p:cNvPr id="6" name="">
            <a:extLst xmlns:a="http://schemas.openxmlformats.org/drawingml/2006/main">
              <a:ext uri="{FF2B5EF4-FFF2-40B4-BE49-F238E27FC236}">
                <a16:creationId xmlns:a16="http://schemas.microsoft.com/office/drawing/2014/main" id="{AFCCCD01-0531-4276-A04D-59C98AC85874}"/>
              </a:ext>
            </a:extLst>
          </p:cNvPr>
          <p:cNvSpPr>
            <a:spLocks xmlns:a="http://schemas.openxmlformats.org/drawingml/2006/main" noGrp="1"/>
          </p:cNvSpPr>
          <p:nvPr/>
        </p:nvSpPr>
        <p:spPr>
          <a:xfrm xmlns:a="http://schemas.openxmlformats.org/drawingml/2006/main">
            <a:off x="762000" y="2571750"/>
            <a:ext cx="2095500" cy="1123950"/>
          </a:xfrm>
          <a:prstGeom xmlns:a="http://schemas.openxmlformats.org/drawingml/2006/main" prst="rect">
            <a:avLst/>
          </a:prstGeom>
          <a:solidFill xmlns:a="http://schemas.openxmlformats.org/drawingml/2006/main">
            <a:srgbClr val="FFFFFF"/>
          </a:solidFill>
          <a:ln xmlns:a="http://schemas.openxmlformats.org/drawingml/2006/main" w="9525">
            <a:solidFill>
              <a:srgbClr val="D8CDBD"/>
            </a:solidFill>
            <a:prstDash val="solid"/>
          </a:ln>
        </p:spPr>
      </p:sp>
      <p:sp>
        <p:nvSpPr>
          <p:cNvPr id="7" name="">
            <a:extLst xmlns:a="http://schemas.openxmlformats.org/drawingml/2006/main">
              <a:ext uri="{FF2B5EF4-FFF2-40B4-BE49-F238E27FC236}">
                <a16:creationId xmlns:a16="http://schemas.microsoft.com/office/drawing/2014/main" id="{DBA4269F-1647-4DE0-A2B8-DB4B7E4FC8C9}"/>
              </a:ext>
            </a:extLst>
          </p:cNvPr>
          <p:cNvSpPr>
            <a:spLocks xmlns:a="http://schemas.openxmlformats.org/drawingml/2006/main" noGrp="1"/>
          </p:cNvSpPr>
          <p:nvPr/>
        </p:nvSpPr>
        <p:spPr>
          <a:xfrm xmlns:a="http://schemas.openxmlformats.org/drawingml/2006/main">
            <a:off x="762000" y="2571750"/>
            <a:ext cx="57150" cy="1123950"/>
          </a:xfrm>
          <a:prstGeom xmlns:a="http://schemas.openxmlformats.org/drawingml/2006/main" prst="rect">
            <a:avLst/>
          </a:prstGeom>
          <a:solidFill xmlns:a="http://schemas.openxmlformats.org/drawingml/2006/main">
            <a:srgbClr val="1E8EA8"/>
          </a:solidFill>
          <a:ln xmlns:a="http://schemas.openxmlformats.org/drawingml/2006/main" w="0">
            <a:solidFill>
              <a:srgbClr val="000000">
                <a:alpha val="0"/>
              </a:srgbClr>
            </a:solidFill>
            <a:prstDash val="solid"/>
          </a:ln>
        </p:spPr>
      </p:sp>
      <p:sp>
        <p:nvSpPr>
          <p:cNvPr id="8" name="">
            <a:extLst xmlns:a="http://schemas.openxmlformats.org/drawingml/2006/main">
              <a:ext uri="{FF2B5EF4-FFF2-40B4-BE49-F238E27FC236}">
                <a16:creationId xmlns:a16="http://schemas.microsoft.com/office/drawing/2014/main" id="{DDB9B961-9F00-4DBC-900B-3EECCA855AE0}"/>
              </a:ext>
            </a:extLst>
          </p:cNvPr>
          <p:cNvSpPr>
            <a:spLocks xmlns:a="http://schemas.openxmlformats.org/drawingml/2006/main" noGrp="1"/>
          </p:cNvSpPr>
          <p:nvPr/>
        </p:nvSpPr>
        <p:spPr>
          <a:xfrm xmlns:a="http://schemas.openxmlformats.org/drawingml/2006/main">
            <a:off x="933450" y="2724150"/>
            <a:ext cx="177165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1">
                <a:solidFill>
                  <a:srgbClr val="12212F"/>
                </a:solidFill>
                <a:latin typeface="Arial"/>
                <a:ea typeface="Arial"/>
                <a:cs typeface="Arial"/>
              </a:defRPr>
            </a:pPr>
            <a:r>
              <a:rPr sz="1200" b="1">
                <a:solidFill>
                  <a:srgbClr val="12212F"/>
                </a:solidFill>
                <a:latin typeface="Arial"/>
                <a:ea typeface="Arial"/>
                <a:cs typeface="Arial"/>
              </a:rPr>
              <a:t>HTML / CSS / JS</a:t>
            </a:r>
          </a:p>
        </p:txBody>
      </p:sp>
      <p:sp>
        <p:nvSpPr>
          <p:cNvPr id="9" name="">
            <a:extLst xmlns:a="http://schemas.openxmlformats.org/drawingml/2006/main">
              <a:ext uri="{FF2B5EF4-FFF2-40B4-BE49-F238E27FC236}">
                <a16:creationId xmlns:a16="http://schemas.microsoft.com/office/drawing/2014/main" id="{DF784AEF-C795-4E13-AFAA-CD541054EFAD}"/>
              </a:ext>
            </a:extLst>
          </p:cNvPr>
          <p:cNvSpPr>
            <a:spLocks xmlns:a="http://schemas.openxmlformats.org/drawingml/2006/main" noGrp="1"/>
          </p:cNvSpPr>
          <p:nvPr/>
        </p:nvSpPr>
        <p:spPr>
          <a:xfrm xmlns:a="http://schemas.openxmlformats.org/drawingml/2006/main">
            <a:off x="933450" y="3009900"/>
            <a:ext cx="1771650" cy="590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63" b="0">
                <a:solidFill>
                  <a:srgbClr val="607080"/>
                </a:solidFill>
                <a:latin typeface="Arial"/>
                <a:ea typeface="Arial"/>
                <a:cs typeface="Arial"/>
              </a:defRPr>
            </a:pPr>
            <a:r>
              <a:rPr sz="863" b="0">
                <a:solidFill>
                  <a:srgbClr val="607080"/>
                </a:solidFill>
                <a:latin typeface="Arial"/>
                <a:ea typeface="Arial"/>
                <a:cs typeface="Arial"/>
              </a:rPr>
              <a:t>Giao diện, routing màn hình, tour 360, i18n, theme.</a:t>
            </a:r>
          </a:p>
        </p:txBody>
      </p:sp>
      <p:sp>
        <p:nvSpPr>
          <p:cNvPr id="10" name="">
            <a:extLst xmlns:a="http://schemas.openxmlformats.org/drawingml/2006/main">
              <a:ext uri="{FF2B5EF4-FFF2-40B4-BE49-F238E27FC236}">
                <a16:creationId xmlns:a16="http://schemas.microsoft.com/office/drawing/2014/main" id="{33AB99C3-7658-46D1-A3BA-0E6BF476B749}"/>
              </a:ext>
            </a:extLst>
          </p:cNvPr>
          <p:cNvSpPr>
            <a:spLocks xmlns:a="http://schemas.openxmlformats.org/drawingml/2006/main" noGrp="1"/>
          </p:cNvSpPr>
          <p:nvPr/>
        </p:nvSpPr>
        <p:spPr>
          <a:xfrm xmlns:a="http://schemas.openxmlformats.org/drawingml/2006/main">
            <a:off x="3429000" y="2571750"/>
            <a:ext cx="2095500" cy="1123950"/>
          </a:xfrm>
          <a:prstGeom xmlns:a="http://schemas.openxmlformats.org/drawingml/2006/main" prst="rect">
            <a:avLst/>
          </a:prstGeom>
          <a:solidFill xmlns:a="http://schemas.openxmlformats.org/drawingml/2006/main">
            <a:srgbClr val="FFFFFF"/>
          </a:solidFill>
          <a:ln xmlns:a="http://schemas.openxmlformats.org/drawingml/2006/main" w="9525">
            <a:solidFill>
              <a:srgbClr val="D8CDBD"/>
            </a:solidFill>
            <a:prstDash val="solid"/>
          </a:ln>
        </p:spPr>
      </p:sp>
      <p:sp>
        <p:nvSpPr>
          <p:cNvPr id="11" name="">
            <a:extLst xmlns:a="http://schemas.openxmlformats.org/drawingml/2006/main">
              <a:ext uri="{FF2B5EF4-FFF2-40B4-BE49-F238E27FC236}">
                <a16:creationId xmlns:a16="http://schemas.microsoft.com/office/drawing/2014/main" id="{5C19E3FB-2A5F-4A16-9231-6FB8F8CAE5F1}"/>
              </a:ext>
            </a:extLst>
          </p:cNvPr>
          <p:cNvSpPr>
            <a:spLocks xmlns:a="http://schemas.openxmlformats.org/drawingml/2006/main" noGrp="1"/>
          </p:cNvSpPr>
          <p:nvPr/>
        </p:nvSpPr>
        <p:spPr>
          <a:xfrm xmlns:a="http://schemas.openxmlformats.org/drawingml/2006/main">
            <a:off x="3429000" y="2571750"/>
            <a:ext cx="57150" cy="1123950"/>
          </a:xfrm>
          <a:prstGeom xmlns:a="http://schemas.openxmlformats.org/drawingml/2006/main" prst="rect">
            <a:avLst/>
          </a:prstGeom>
          <a:solidFill xmlns:a="http://schemas.openxmlformats.org/drawingml/2006/main">
            <a:srgbClr val="228B5D"/>
          </a:solidFill>
          <a:ln xmlns:a="http://schemas.openxmlformats.org/drawingml/2006/main" w="0">
            <a:solidFill>
              <a:srgbClr val="000000">
                <a:alpha val="0"/>
              </a:srgbClr>
            </a:solidFill>
            <a:prstDash val="solid"/>
          </a:ln>
        </p:spPr>
      </p:sp>
      <p:sp>
        <p:nvSpPr>
          <p:cNvPr id="12" name="">
            <a:extLst xmlns:a="http://schemas.openxmlformats.org/drawingml/2006/main">
              <a:ext uri="{FF2B5EF4-FFF2-40B4-BE49-F238E27FC236}">
                <a16:creationId xmlns:a16="http://schemas.microsoft.com/office/drawing/2014/main" id="{EE1C55F3-16E2-4B15-B0F7-6ED9BB5A2FDB}"/>
              </a:ext>
            </a:extLst>
          </p:cNvPr>
          <p:cNvSpPr>
            <a:spLocks xmlns:a="http://schemas.openxmlformats.org/drawingml/2006/main" noGrp="1"/>
          </p:cNvSpPr>
          <p:nvPr/>
        </p:nvSpPr>
        <p:spPr>
          <a:xfrm xmlns:a="http://schemas.openxmlformats.org/drawingml/2006/main">
            <a:off x="3600450" y="2724150"/>
            <a:ext cx="177165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1">
                <a:solidFill>
                  <a:srgbClr val="12212F"/>
                </a:solidFill>
                <a:latin typeface="Arial"/>
                <a:ea typeface="Arial"/>
                <a:cs typeface="Arial"/>
              </a:defRPr>
            </a:pPr>
            <a:r>
              <a:rPr sz="1200" b="1">
                <a:solidFill>
                  <a:srgbClr val="12212F"/>
                </a:solidFill>
                <a:latin typeface="Arial"/>
                <a:ea typeface="Arial"/>
                <a:cs typeface="Arial"/>
              </a:rPr>
              <a:t>Firebase Auth</a:t>
            </a:r>
          </a:p>
        </p:txBody>
      </p:sp>
      <p:sp>
        <p:nvSpPr>
          <p:cNvPr id="13" name="">
            <a:extLst xmlns:a="http://schemas.openxmlformats.org/drawingml/2006/main">
              <a:ext uri="{FF2B5EF4-FFF2-40B4-BE49-F238E27FC236}">
                <a16:creationId xmlns:a16="http://schemas.microsoft.com/office/drawing/2014/main" id="{CCC3067A-D80B-47F9-93A7-7B8BF7616DF7}"/>
              </a:ext>
            </a:extLst>
          </p:cNvPr>
          <p:cNvSpPr>
            <a:spLocks xmlns:a="http://schemas.openxmlformats.org/drawingml/2006/main" noGrp="1"/>
          </p:cNvSpPr>
          <p:nvPr/>
        </p:nvSpPr>
        <p:spPr>
          <a:xfrm xmlns:a="http://schemas.openxmlformats.org/drawingml/2006/main">
            <a:off x="3600450" y="3009900"/>
            <a:ext cx="1771650" cy="590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63" b="0">
                <a:solidFill>
                  <a:srgbClr val="607080"/>
                </a:solidFill>
                <a:latin typeface="Arial"/>
                <a:ea typeface="Arial"/>
                <a:cs typeface="Arial"/>
              </a:defRPr>
            </a:pPr>
            <a:r>
              <a:rPr sz="863" b="0">
                <a:solidFill>
                  <a:srgbClr val="607080"/>
                </a:solidFill>
                <a:latin typeface="Arial"/>
                <a:ea typeface="Arial"/>
                <a:cs typeface="Arial"/>
              </a:rPr>
              <a:t>Đăng ký, đăng nhập, nhận diện người dùng.</a:t>
            </a:r>
          </a:p>
        </p:txBody>
      </p:sp>
      <p:sp>
        <p:nvSpPr>
          <p:cNvPr id="14" name="">
            <a:extLst xmlns:a="http://schemas.openxmlformats.org/drawingml/2006/main">
              <a:ext uri="{FF2B5EF4-FFF2-40B4-BE49-F238E27FC236}">
                <a16:creationId xmlns:a16="http://schemas.microsoft.com/office/drawing/2014/main" id="{1AAD6395-D8F2-40A2-B8B7-429FD841575C}"/>
              </a:ext>
            </a:extLst>
          </p:cNvPr>
          <p:cNvSpPr>
            <a:spLocks xmlns:a="http://schemas.openxmlformats.org/drawingml/2006/main" noGrp="1"/>
          </p:cNvSpPr>
          <p:nvPr/>
        </p:nvSpPr>
        <p:spPr>
          <a:xfrm xmlns:a="http://schemas.openxmlformats.org/drawingml/2006/main">
            <a:off x="6096000" y="2571750"/>
            <a:ext cx="2095500" cy="1123950"/>
          </a:xfrm>
          <a:prstGeom xmlns:a="http://schemas.openxmlformats.org/drawingml/2006/main" prst="rect">
            <a:avLst/>
          </a:prstGeom>
          <a:solidFill xmlns:a="http://schemas.openxmlformats.org/drawingml/2006/main">
            <a:srgbClr val="FFFFFF"/>
          </a:solidFill>
          <a:ln xmlns:a="http://schemas.openxmlformats.org/drawingml/2006/main" w="9525">
            <a:solidFill>
              <a:srgbClr val="D8CDBD"/>
            </a:solidFill>
            <a:prstDash val="solid"/>
          </a:ln>
        </p:spPr>
      </p:sp>
      <p:sp>
        <p:nvSpPr>
          <p:cNvPr id="15" name="">
            <a:extLst xmlns:a="http://schemas.openxmlformats.org/drawingml/2006/main">
              <a:ext uri="{FF2B5EF4-FFF2-40B4-BE49-F238E27FC236}">
                <a16:creationId xmlns:a16="http://schemas.microsoft.com/office/drawing/2014/main" id="{27F0FB77-7DC6-41F5-9D70-FBDA216A1724}"/>
              </a:ext>
            </a:extLst>
          </p:cNvPr>
          <p:cNvSpPr>
            <a:spLocks xmlns:a="http://schemas.openxmlformats.org/drawingml/2006/main" noGrp="1"/>
          </p:cNvSpPr>
          <p:nvPr/>
        </p:nvSpPr>
        <p:spPr>
          <a:xfrm xmlns:a="http://schemas.openxmlformats.org/drawingml/2006/main">
            <a:off x="6096000" y="2571750"/>
            <a:ext cx="57150" cy="1123950"/>
          </a:xfrm>
          <a:prstGeom xmlns:a="http://schemas.openxmlformats.org/drawingml/2006/main" prst="rect">
            <a:avLst/>
          </a:prstGeom>
          <a:solidFill xmlns:a="http://schemas.openxmlformats.org/drawingml/2006/main">
            <a:srgbClr val="D08A32"/>
          </a:solidFill>
          <a:ln xmlns:a="http://schemas.openxmlformats.org/drawingml/2006/main" w="0">
            <a:solidFill>
              <a:srgbClr val="000000">
                <a:alpha val="0"/>
              </a:srgbClr>
            </a:solidFill>
            <a:prstDash val="solid"/>
          </a:ln>
        </p:spPr>
      </p:sp>
      <p:sp>
        <p:nvSpPr>
          <p:cNvPr id="16" name="">
            <a:extLst xmlns:a="http://schemas.openxmlformats.org/drawingml/2006/main">
              <a:ext uri="{FF2B5EF4-FFF2-40B4-BE49-F238E27FC236}">
                <a16:creationId xmlns:a16="http://schemas.microsoft.com/office/drawing/2014/main" id="{390A01D7-75F8-4AF2-8A63-D124A290A45A}"/>
              </a:ext>
            </a:extLst>
          </p:cNvPr>
          <p:cNvSpPr>
            <a:spLocks xmlns:a="http://schemas.openxmlformats.org/drawingml/2006/main" noGrp="1"/>
          </p:cNvSpPr>
          <p:nvPr/>
        </p:nvSpPr>
        <p:spPr>
          <a:xfrm xmlns:a="http://schemas.openxmlformats.org/drawingml/2006/main">
            <a:off x="6267450" y="2724150"/>
            <a:ext cx="177165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1">
                <a:solidFill>
                  <a:srgbClr val="12212F"/>
                </a:solidFill>
                <a:latin typeface="Arial"/>
                <a:ea typeface="Arial"/>
                <a:cs typeface="Arial"/>
              </a:defRPr>
            </a:pPr>
            <a:r>
              <a:rPr sz="1200" b="1">
                <a:solidFill>
                  <a:srgbClr val="12212F"/>
                </a:solidFill>
                <a:latin typeface="Arial"/>
                <a:ea typeface="Arial"/>
                <a:cs typeface="Arial"/>
              </a:rPr>
              <a:t>Firestore / Storage</a:t>
            </a:r>
          </a:p>
        </p:txBody>
      </p:sp>
      <p:sp>
        <p:nvSpPr>
          <p:cNvPr id="17" name="">
            <a:extLst xmlns:a="http://schemas.openxmlformats.org/drawingml/2006/main">
              <a:ext uri="{FF2B5EF4-FFF2-40B4-BE49-F238E27FC236}">
                <a16:creationId xmlns:a16="http://schemas.microsoft.com/office/drawing/2014/main" id="{EBD89DC1-4FD8-495A-97B4-8C2A867BE70A}"/>
              </a:ext>
            </a:extLst>
          </p:cNvPr>
          <p:cNvSpPr>
            <a:spLocks xmlns:a="http://schemas.openxmlformats.org/drawingml/2006/main" noGrp="1"/>
          </p:cNvSpPr>
          <p:nvPr/>
        </p:nvSpPr>
        <p:spPr>
          <a:xfrm xmlns:a="http://schemas.openxmlformats.org/drawingml/2006/main">
            <a:off x="6267450" y="3009900"/>
            <a:ext cx="1771650" cy="590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63" b="0">
                <a:solidFill>
                  <a:srgbClr val="607080"/>
                </a:solidFill>
                <a:latin typeface="Arial"/>
                <a:ea typeface="Arial"/>
                <a:cs typeface="Arial"/>
              </a:defRPr>
            </a:pPr>
            <a:r>
              <a:rPr sz="863" b="0">
                <a:solidFill>
                  <a:srgbClr val="607080"/>
                </a:solidFill>
                <a:latin typeface="Arial"/>
                <a:ea typeface="Arial"/>
                <a:cs typeface="Arial"/>
              </a:rPr>
              <a:t>Lưu tiến trình, hồ sơ, lịch sử chat, ảnh upload.</a:t>
            </a:r>
          </a:p>
        </p:txBody>
      </p:sp>
      <p:sp>
        <p:nvSpPr>
          <p:cNvPr id="18" name="">
            <a:extLst xmlns:a="http://schemas.openxmlformats.org/drawingml/2006/main">
              <a:ext uri="{FF2B5EF4-FFF2-40B4-BE49-F238E27FC236}">
                <a16:creationId xmlns:a16="http://schemas.microsoft.com/office/drawing/2014/main" id="{481BB939-3993-4B3B-A4FB-1123BC5D9729}"/>
              </a:ext>
            </a:extLst>
          </p:cNvPr>
          <p:cNvSpPr>
            <a:spLocks xmlns:a="http://schemas.openxmlformats.org/drawingml/2006/main" noGrp="1"/>
          </p:cNvSpPr>
          <p:nvPr/>
        </p:nvSpPr>
        <p:spPr>
          <a:xfrm xmlns:a="http://schemas.openxmlformats.org/drawingml/2006/main">
            <a:off x="8763000" y="2571750"/>
            <a:ext cx="2095500" cy="1123950"/>
          </a:xfrm>
          <a:prstGeom xmlns:a="http://schemas.openxmlformats.org/drawingml/2006/main" prst="rect">
            <a:avLst/>
          </a:prstGeom>
          <a:solidFill xmlns:a="http://schemas.openxmlformats.org/drawingml/2006/main">
            <a:srgbClr val="FFFFFF"/>
          </a:solidFill>
          <a:ln xmlns:a="http://schemas.openxmlformats.org/drawingml/2006/main" w="9525">
            <a:solidFill>
              <a:srgbClr val="D8CDBD"/>
            </a:solidFill>
            <a:prstDash val="solid"/>
          </a:ln>
        </p:spPr>
      </p:sp>
      <p:sp>
        <p:nvSpPr>
          <p:cNvPr id="19" name="">
            <a:extLst xmlns:a="http://schemas.openxmlformats.org/drawingml/2006/main">
              <a:ext uri="{FF2B5EF4-FFF2-40B4-BE49-F238E27FC236}">
                <a16:creationId xmlns:a16="http://schemas.microsoft.com/office/drawing/2014/main" id="{2B835581-0B45-4DC6-9453-0E1B44FDB479}"/>
              </a:ext>
            </a:extLst>
          </p:cNvPr>
          <p:cNvSpPr>
            <a:spLocks xmlns:a="http://schemas.openxmlformats.org/drawingml/2006/main" noGrp="1"/>
          </p:cNvSpPr>
          <p:nvPr/>
        </p:nvSpPr>
        <p:spPr>
          <a:xfrm xmlns:a="http://schemas.openxmlformats.org/drawingml/2006/main">
            <a:off x="8763000" y="2571750"/>
            <a:ext cx="57150" cy="1123950"/>
          </a:xfrm>
          <a:prstGeom xmlns:a="http://schemas.openxmlformats.org/drawingml/2006/main" prst="rect">
            <a:avLst/>
          </a:prstGeom>
          <a:solidFill xmlns:a="http://schemas.openxmlformats.org/drawingml/2006/main">
            <a:srgbClr val="1E8EA8"/>
          </a:solidFill>
          <a:ln xmlns:a="http://schemas.openxmlformats.org/drawingml/2006/main" w="0">
            <a:solidFill>
              <a:srgbClr val="000000">
                <a:alpha val="0"/>
              </a:srgbClr>
            </a:solidFill>
            <a:prstDash val="solid"/>
          </a:ln>
        </p:spPr>
      </p:sp>
      <p:sp>
        <p:nvSpPr>
          <p:cNvPr id="20" name="">
            <a:extLst xmlns:a="http://schemas.openxmlformats.org/drawingml/2006/main">
              <a:ext uri="{FF2B5EF4-FFF2-40B4-BE49-F238E27FC236}">
                <a16:creationId xmlns:a16="http://schemas.microsoft.com/office/drawing/2014/main" id="{2A72C652-3CC8-444B-BA54-42EAE9356263}"/>
              </a:ext>
            </a:extLst>
          </p:cNvPr>
          <p:cNvSpPr>
            <a:spLocks xmlns:a="http://schemas.openxmlformats.org/drawingml/2006/main" noGrp="1"/>
          </p:cNvSpPr>
          <p:nvPr/>
        </p:nvSpPr>
        <p:spPr>
          <a:xfrm xmlns:a="http://schemas.openxmlformats.org/drawingml/2006/main">
            <a:off x="8934450" y="2724150"/>
            <a:ext cx="177165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1">
                <a:solidFill>
                  <a:srgbClr val="12212F"/>
                </a:solidFill>
                <a:latin typeface="Arial"/>
                <a:ea typeface="Arial"/>
                <a:cs typeface="Arial"/>
              </a:defRPr>
            </a:pPr>
            <a:r>
              <a:rPr sz="1200" b="1">
                <a:solidFill>
                  <a:srgbClr val="12212F"/>
                </a:solidFill>
                <a:latin typeface="Arial"/>
                <a:ea typeface="Arial"/>
                <a:cs typeface="Arial"/>
              </a:rPr>
              <a:t>Cloud Functions</a:t>
            </a:r>
          </a:p>
        </p:txBody>
      </p:sp>
      <p:sp>
        <p:nvSpPr>
          <p:cNvPr id="21" name="">
            <a:extLst xmlns:a="http://schemas.openxmlformats.org/drawingml/2006/main">
              <a:ext uri="{FF2B5EF4-FFF2-40B4-BE49-F238E27FC236}">
                <a16:creationId xmlns:a16="http://schemas.microsoft.com/office/drawing/2014/main" id="{C57FB437-1388-49B8-B54D-9295D34E871B}"/>
              </a:ext>
            </a:extLst>
          </p:cNvPr>
          <p:cNvSpPr>
            <a:spLocks xmlns:a="http://schemas.openxmlformats.org/drawingml/2006/main" noGrp="1"/>
          </p:cNvSpPr>
          <p:nvPr/>
        </p:nvSpPr>
        <p:spPr>
          <a:xfrm xmlns:a="http://schemas.openxmlformats.org/drawingml/2006/main">
            <a:off x="8934450" y="3009900"/>
            <a:ext cx="1771650" cy="590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63" b="0">
                <a:solidFill>
                  <a:srgbClr val="607080"/>
                </a:solidFill>
                <a:latin typeface="Arial"/>
                <a:ea typeface="Arial"/>
                <a:cs typeface="Arial"/>
              </a:defRPr>
            </a:pPr>
            <a:r>
              <a:rPr sz="863" b="0">
                <a:solidFill>
                  <a:srgbClr val="607080"/>
                </a:solidFill>
                <a:latin typeface="Arial"/>
                <a:ea typeface="Arial"/>
                <a:cs typeface="Arial"/>
              </a:rPr>
              <a:t>Chạy logic server và bảo vệ Gemini API key.</a:t>
            </a:r>
          </a:p>
        </p:txBody>
      </p:sp>
      <p:sp>
        <p:nvSpPr>
          <p:cNvPr id="22" name="">
            <a:extLst xmlns:a="http://schemas.openxmlformats.org/drawingml/2006/main">
              <a:ext uri="{FF2B5EF4-FFF2-40B4-BE49-F238E27FC236}">
                <a16:creationId xmlns:a16="http://schemas.microsoft.com/office/drawing/2014/main" id="{A9C72493-739D-4910-B741-266E00B9C1C8}"/>
              </a:ext>
            </a:extLst>
          </p:cNvPr>
          <p:cNvSpPr>
            <a:spLocks xmlns:a="http://schemas.openxmlformats.org/drawingml/2006/main" noGrp="1"/>
          </p:cNvSpPr>
          <p:nvPr/>
        </p:nvSpPr>
        <p:spPr>
          <a:xfrm xmlns:a="http://schemas.openxmlformats.org/drawingml/2006/main">
            <a:off x="8763000" y="4686300"/>
            <a:ext cx="2095500" cy="1123950"/>
          </a:xfrm>
          <a:prstGeom xmlns:a="http://schemas.openxmlformats.org/drawingml/2006/main" prst="rect">
            <a:avLst/>
          </a:prstGeom>
          <a:solidFill xmlns:a="http://schemas.openxmlformats.org/drawingml/2006/main">
            <a:srgbClr val="FFFFFF"/>
          </a:solidFill>
          <a:ln xmlns:a="http://schemas.openxmlformats.org/drawingml/2006/main" w="9525">
            <a:solidFill>
              <a:srgbClr val="D8CDBD"/>
            </a:solidFill>
            <a:prstDash val="solid"/>
          </a:ln>
        </p:spPr>
      </p:sp>
      <p:sp>
        <p:nvSpPr>
          <p:cNvPr id="23" name="">
            <a:extLst xmlns:a="http://schemas.openxmlformats.org/drawingml/2006/main">
              <a:ext uri="{FF2B5EF4-FFF2-40B4-BE49-F238E27FC236}">
                <a16:creationId xmlns:a16="http://schemas.microsoft.com/office/drawing/2014/main" id="{522C25F4-53E9-43FE-A30F-504408260AC4}"/>
              </a:ext>
            </a:extLst>
          </p:cNvPr>
          <p:cNvSpPr>
            <a:spLocks xmlns:a="http://schemas.openxmlformats.org/drawingml/2006/main" noGrp="1"/>
          </p:cNvSpPr>
          <p:nvPr/>
        </p:nvSpPr>
        <p:spPr>
          <a:xfrm xmlns:a="http://schemas.openxmlformats.org/drawingml/2006/main">
            <a:off x="8763000" y="4686300"/>
            <a:ext cx="57150" cy="1123950"/>
          </a:xfrm>
          <a:prstGeom xmlns:a="http://schemas.openxmlformats.org/drawingml/2006/main" prst="rect">
            <a:avLst/>
          </a:prstGeom>
          <a:solidFill xmlns:a="http://schemas.openxmlformats.org/drawingml/2006/main">
            <a:srgbClr val="D08A32"/>
          </a:solidFill>
          <a:ln xmlns:a="http://schemas.openxmlformats.org/drawingml/2006/main" w="0">
            <a:solidFill>
              <a:srgbClr val="000000">
                <a:alpha val="0"/>
              </a:srgbClr>
            </a:solidFill>
            <a:prstDash val="solid"/>
          </a:ln>
        </p:spPr>
      </p:sp>
      <p:sp>
        <p:nvSpPr>
          <p:cNvPr id="24" name="">
            <a:extLst xmlns:a="http://schemas.openxmlformats.org/drawingml/2006/main">
              <a:ext uri="{FF2B5EF4-FFF2-40B4-BE49-F238E27FC236}">
                <a16:creationId xmlns:a16="http://schemas.microsoft.com/office/drawing/2014/main" id="{DDBE6902-314E-477E-88F0-F4B13741FCAB}"/>
              </a:ext>
            </a:extLst>
          </p:cNvPr>
          <p:cNvSpPr>
            <a:spLocks xmlns:a="http://schemas.openxmlformats.org/drawingml/2006/main" noGrp="1"/>
          </p:cNvSpPr>
          <p:nvPr/>
        </p:nvSpPr>
        <p:spPr>
          <a:xfrm xmlns:a="http://schemas.openxmlformats.org/drawingml/2006/main">
            <a:off x="8934450" y="4838700"/>
            <a:ext cx="177165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1">
                <a:solidFill>
                  <a:srgbClr val="12212F"/>
                </a:solidFill>
                <a:latin typeface="Arial"/>
                <a:ea typeface="Arial"/>
                <a:cs typeface="Arial"/>
              </a:defRPr>
            </a:pPr>
            <a:r>
              <a:rPr sz="1200" b="1">
                <a:solidFill>
                  <a:srgbClr val="12212F"/>
                </a:solidFill>
                <a:latin typeface="Arial"/>
                <a:ea typeface="Arial"/>
                <a:cs typeface="Arial"/>
              </a:rPr>
              <a:t>Gemini API</a:t>
            </a:r>
          </a:p>
        </p:txBody>
      </p:sp>
      <p:sp>
        <p:nvSpPr>
          <p:cNvPr id="25" name="">
            <a:extLst xmlns:a="http://schemas.openxmlformats.org/drawingml/2006/main">
              <a:ext uri="{FF2B5EF4-FFF2-40B4-BE49-F238E27FC236}">
                <a16:creationId xmlns:a16="http://schemas.microsoft.com/office/drawing/2014/main" id="{6468601F-70D8-4AB6-A43E-04361447C538}"/>
              </a:ext>
            </a:extLst>
          </p:cNvPr>
          <p:cNvSpPr>
            <a:spLocks xmlns:a="http://schemas.openxmlformats.org/drawingml/2006/main" noGrp="1"/>
          </p:cNvSpPr>
          <p:nvPr/>
        </p:nvSpPr>
        <p:spPr>
          <a:xfrm xmlns:a="http://schemas.openxmlformats.org/drawingml/2006/main">
            <a:off x="8934450" y="5124450"/>
            <a:ext cx="1771650" cy="590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63" b="0">
                <a:solidFill>
                  <a:srgbClr val="607080"/>
                </a:solidFill>
                <a:latin typeface="Arial"/>
                <a:ea typeface="Arial"/>
                <a:cs typeface="Arial"/>
              </a:defRPr>
            </a:pPr>
            <a:r>
              <a:rPr sz="863" b="0">
                <a:solidFill>
                  <a:srgbClr val="607080"/>
                </a:solidFill>
                <a:latin typeface="Arial"/>
                <a:ea typeface="Arial"/>
                <a:cs typeface="Arial"/>
              </a:rPr>
              <a:t>Sinh câu trả lời cho VKU Guide theo ngữ cảnh.</a:t>
            </a:r>
          </a:p>
        </p:txBody>
      </p:sp>
      <p:sp>
        <p:nvSpPr>
          <p:cNvPr id="26" name="">
            <a:extLst xmlns:a="http://schemas.openxmlformats.org/drawingml/2006/main">
              <a:ext uri="{FF2B5EF4-FFF2-40B4-BE49-F238E27FC236}">
                <a16:creationId xmlns:a16="http://schemas.microsoft.com/office/drawing/2014/main" id="{637CA4C7-3CA7-4F9D-A77E-09A2874C1739}"/>
              </a:ext>
            </a:extLst>
          </p:cNvPr>
          <p:cNvSpPr>
            <a:spLocks xmlns:a="http://schemas.openxmlformats.org/drawingml/2006/main" noGrp="1"/>
          </p:cNvSpPr>
          <p:nvPr/>
        </p:nvSpPr>
        <p:spPr>
          <a:xfrm xmlns:a="http://schemas.openxmlformats.org/drawingml/2006/main" rot="0">
            <a:off x="2857500" y="3133725"/>
            <a:ext cx="495300" cy="19050"/>
          </a:xfrm>
          <a:prstGeom xmlns:a="http://schemas.openxmlformats.org/drawingml/2006/main" prst="rect">
            <a:avLst/>
          </a:prstGeom>
          <a:solidFill xmlns:a="http://schemas.openxmlformats.org/drawingml/2006/main">
            <a:srgbClr val="D08A32"/>
          </a:solidFill>
          <a:ln xmlns:a="http://schemas.openxmlformats.org/drawingml/2006/main" w="0">
            <a:solidFill>
              <a:srgbClr val="000000">
                <a:alpha val="0"/>
              </a:srgbClr>
            </a:solidFill>
            <a:prstDash val="solid"/>
          </a:ln>
        </p:spPr>
      </p:sp>
      <p:sp>
        <p:nvSpPr>
          <p:cNvPr id="27" name="">
            <a:extLst xmlns:a="http://schemas.openxmlformats.org/drawingml/2006/main">
              <a:ext uri="{FF2B5EF4-FFF2-40B4-BE49-F238E27FC236}">
                <a16:creationId xmlns:a16="http://schemas.microsoft.com/office/drawing/2014/main" id="{FCF06B84-DFEC-444F-991A-0C447CFBEC0B}"/>
              </a:ext>
            </a:extLst>
          </p:cNvPr>
          <p:cNvSpPr>
            <a:spLocks xmlns:a="http://schemas.openxmlformats.org/drawingml/2006/main" noGrp="1"/>
          </p:cNvSpPr>
          <p:nvPr/>
        </p:nvSpPr>
        <p:spPr>
          <a:xfrm xmlns:a="http://schemas.openxmlformats.org/drawingml/2006/main" rot="5400000">
            <a:off x="3276600" y="3086100"/>
            <a:ext cx="95250" cy="95250"/>
          </a:xfrm>
          <a:prstGeom xmlns:a="http://schemas.openxmlformats.org/drawingml/2006/main" prst="triangle">
            <a:avLst/>
          </a:prstGeom>
          <a:solidFill xmlns:a="http://schemas.openxmlformats.org/drawingml/2006/main">
            <a:srgbClr val="D08A32"/>
          </a:solidFill>
          <a:ln xmlns:a="http://schemas.openxmlformats.org/drawingml/2006/main" w="0">
            <a:solidFill>
              <a:srgbClr val="000000">
                <a:alpha val="0"/>
              </a:srgbClr>
            </a:solidFill>
            <a:prstDash val="solid"/>
          </a:ln>
        </p:spPr>
      </p:sp>
      <p:sp>
        <p:nvSpPr>
          <p:cNvPr id="28" name="">
            <a:extLst xmlns:a="http://schemas.openxmlformats.org/drawingml/2006/main">
              <a:ext uri="{FF2B5EF4-FFF2-40B4-BE49-F238E27FC236}">
                <a16:creationId xmlns:a16="http://schemas.microsoft.com/office/drawing/2014/main" id="{331A486C-3BC4-4A9A-AE3D-4042CDF1B2DC}"/>
              </a:ext>
            </a:extLst>
          </p:cNvPr>
          <p:cNvSpPr>
            <a:spLocks xmlns:a="http://schemas.openxmlformats.org/drawingml/2006/main" noGrp="1"/>
          </p:cNvSpPr>
          <p:nvPr/>
        </p:nvSpPr>
        <p:spPr>
          <a:xfrm xmlns:a="http://schemas.openxmlformats.org/drawingml/2006/main" rot="0">
            <a:off x="5524500" y="3133725"/>
            <a:ext cx="495300" cy="19050"/>
          </a:xfrm>
          <a:prstGeom xmlns:a="http://schemas.openxmlformats.org/drawingml/2006/main" prst="rect">
            <a:avLst/>
          </a:prstGeom>
          <a:solidFill xmlns:a="http://schemas.openxmlformats.org/drawingml/2006/main">
            <a:srgbClr val="D08A32"/>
          </a:solidFill>
          <a:ln xmlns:a="http://schemas.openxmlformats.org/drawingml/2006/main" w="0">
            <a:solidFill>
              <a:srgbClr val="000000">
                <a:alpha val="0"/>
              </a:srgbClr>
            </a:solidFill>
            <a:prstDash val="solid"/>
          </a:ln>
        </p:spPr>
      </p:sp>
      <p:sp>
        <p:nvSpPr>
          <p:cNvPr id="29" name="">
            <a:extLst xmlns:a="http://schemas.openxmlformats.org/drawingml/2006/main">
              <a:ext uri="{FF2B5EF4-FFF2-40B4-BE49-F238E27FC236}">
                <a16:creationId xmlns:a16="http://schemas.microsoft.com/office/drawing/2014/main" id="{0ECEC062-7182-4FC0-918B-38BF2D40754C}"/>
              </a:ext>
            </a:extLst>
          </p:cNvPr>
          <p:cNvSpPr>
            <a:spLocks xmlns:a="http://schemas.openxmlformats.org/drawingml/2006/main" noGrp="1"/>
          </p:cNvSpPr>
          <p:nvPr/>
        </p:nvSpPr>
        <p:spPr>
          <a:xfrm xmlns:a="http://schemas.openxmlformats.org/drawingml/2006/main" rot="5400000">
            <a:off x="5943600" y="3086100"/>
            <a:ext cx="95250" cy="95250"/>
          </a:xfrm>
          <a:prstGeom xmlns:a="http://schemas.openxmlformats.org/drawingml/2006/main" prst="triangle">
            <a:avLst/>
          </a:prstGeom>
          <a:solidFill xmlns:a="http://schemas.openxmlformats.org/drawingml/2006/main">
            <a:srgbClr val="D08A32"/>
          </a:solidFill>
          <a:ln xmlns:a="http://schemas.openxmlformats.org/drawingml/2006/main" w="0">
            <a:solidFill>
              <a:srgbClr val="000000">
                <a:alpha val="0"/>
              </a:srgbClr>
            </a:solidFill>
            <a:prstDash val="solid"/>
          </a:ln>
        </p:spPr>
      </p:sp>
      <p:sp>
        <p:nvSpPr>
          <p:cNvPr id="30" name="">
            <a:extLst xmlns:a="http://schemas.openxmlformats.org/drawingml/2006/main">
              <a:ext uri="{FF2B5EF4-FFF2-40B4-BE49-F238E27FC236}">
                <a16:creationId xmlns:a16="http://schemas.microsoft.com/office/drawing/2014/main" id="{994710EF-FBED-430D-91FB-3413530632BF}"/>
              </a:ext>
            </a:extLst>
          </p:cNvPr>
          <p:cNvSpPr>
            <a:spLocks xmlns:a="http://schemas.openxmlformats.org/drawingml/2006/main" noGrp="1"/>
          </p:cNvSpPr>
          <p:nvPr/>
        </p:nvSpPr>
        <p:spPr>
          <a:xfrm xmlns:a="http://schemas.openxmlformats.org/drawingml/2006/main" rot="0">
            <a:off x="8191500" y="3133725"/>
            <a:ext cx="495300" cy="19050"/>
          </a:xfrm>
          <a:prstGeom xmlns:a="http://schemas.openxmlformats.org/drawingml/2006/main" prst="rect">
            <a:avLst/>
          </a:prstGeom>
          <a:solidFill xmlns:a="http://schemas.openxmlformats.org/drawingml/2006/main">
            <a:srgbClr val="D08A32"/>
          </a:solidFill>
          <a:ln xmlns:a="http://schemas.openxmlformats.org/drawingml/2006/main" w="0">
            <a:solidFill>
              <a:srgbClr val="000000">
                <a:alpha val="0"/>
              </a:srgbClr>
            </a:solidFill>
            <a:prstDash val="solid"/>
          </a:ln>
        </p:spPr>
      </p:sp>
      <p:sp>
        <p:nvSpPr>
          <p:cNvPr id="31" name="">
            <a:extLst xmlns:a="http://schemas.openxmlformats.org/drawingml/2006/main">
              <a:ext uri="{FF2B5EF4-FFF2-40B4-BE49-F238E27FC236}">
                <a16:creationId xmlns:a16="http://schemas.microsoft.com/office/drawing/2014/main" id="{04E1684D-6DB7-4ED7-9C1E-6DBFC5D0EBEC}"/>
              </a:ext>
            </a:extLst>
          </p:cNvPr>
          <p:cNvSpPr>
            <a:spLocks xmlns:a="http://schemas.openxmlformats.org/drawingml/2006/main" noGrp="1"/>
          </p:cNvSpPr>
          <p:nvPr/>
        </p:nvSpPr>
        <p:spPr>
          <a:xfrm xmlns:a="http://schemas.openxmlformats.org/drawingml/2006/main" rot="5400000">
            <a:off x="8610600" y="3086100"/>
            <a:ext cx="95250" cy="95250"/>
          </a:xfrm>
          <a:prstGeom xmlns:a="http://schemas.openxmlformats.org/drawingml/2006/main" prst="triangle">
            <a:avLst/>
          </a:prstGeom>
          <a:solidFill xmlns:a="http://schemas.openxmlformats.org/drawingml/2006/main">
            <a:srgbClr val="D08A32"/>
          </a:solidFill>
          <a:ln xmlns:a="http://schemas.openxmlformats.org/drawingml/2006/main" w="0">
            <a:solidFill>
              <a:srgbClr val="000000">
                <a:alpha val="0"/>
              </a:srgbClr>
            </a:solidFill>
            <a:prstDash val="solid"/>
          </a:ln>
        </p:spPr>
      </p:sp>
      <p:sp>
        <p:nvSpPr>
          <p:cNvPr id="32" name="">
            <a:extLst xmlns:a="http://schemas.openxmlformats.org/drawingml/2006/main">
              <a:ext uri="{FF2B5EF4-FFF2-40B4-BE49-F238E27FC236}">
                <a16:creationId xmlns:a16="http://schemas.microsoft.com/office/drawing/2014/main" id="{9BBCCB52-40FD-4300-9A21-F8BFA6C8124E}"/>
              </a:ext>
            </a:extLst>
          </p:cNvPr>
          <p:cNvSpPr>
            <a:spLocks xmlns:a="http://schemas.openxmlformats.org/drawingml/2006/main" noGrp="1"/>
          </p:cNvSpPr>
          <p:nvPr/>
        </p:nvSpPr>
        <p:spPr>
          <a:xfrm xmlns:a="http://schemas.openxmlformats.org/drawingml/2006/main" rot="5400000">
            <a:off x="9810750" y="3695700"/>
            <a:ext cx="933450" cy="19050"/>
          </a:xfrm>
          <a:prstGeom xmlns:a="http://schemas.openxmlformats.org/drawingml/2006/main" prst="rect">
            <a:avLst/>
          </a:prstGeom>
          <a:solidFill xmlns:a="http://schemas.openxmlformats.org/drawingml/2006/main">
            <a:srgbClr val="D08A32"/>
          </a:solidFill>
          <a:ln xmlns:a="http://schemas.openxmlformats.org/drawingml/2006/main" w="0">
            <a:solidFill>
              <a:srgbClr val="000000">
                <a:alpha val="0"/>
              </a:srgbClr>
            </a:solidFill>
            <a:prstDash val="solid"/>
          </a:ln>
        </p:spPr>
      </p:sp>
      <p:sp>
        <p:nvSpPr>
          <p:cNvPr id="33" name="">
            <a:extLst xmlns:a="http://schemas.openxmlformats.org/drawingml/2006/main">
              <a:ext uri="{FF2B5EF4-FFF2-40B4-BE49-F238E27FC236}">
                <a16:creationId xmlns:a16="http://schemas.microsoft.com/office/drawing/2014/main" id="{22C81FBC-700F-4084-A901-3C7A13330FDD}"/>
              </a:ext>
            </a:extLst>
          </p:cNvPr>
          <p:cNvSpPr>
            <a:spLocks xmlns:a="http://schemas.openxmlformats.org/drawingml/2006/main" noGrp="1"/>
          </p:cNvSpPr>
          <p:nvPr/>
        </p:nvSpPr>
        <p:spPr>
          <a:xfrm xmlns:a="http://schemas.openxmlformats.org/drawingml/2006/main" rot="10800000">
            <a:off x="9734550" y="4581525"/>
            <a:ext cx="95250" cy="95250"/>
          </a:xfrm>
          <a:prstGeom xmlns:a="http://schemas.openxmlformats.org/drawingml/2006/main" prst="triangle">
            <a:avLst/>
          </a:prstGeom>
          <a:solidFill xmlns:a="http://schemas.openxmlformats.org/drawingml/2006/main">
            <a:srgbClr val="D08A32"/>
          </a:solidFill>
          <a:ln xmlns:a="http://schemas.openxmlformats.org/drawingml/2006/main" w="0">
            <a:solidFill>
              <a:srgbClr val="000000">
                <a:alpha val="0"/>
              </a:srgbClr>
            </a:solidFill>
            <a:prstDash val="solid"/>
          </a:ln>
        </p:spPr>
      </p:sp>
      <p:sp>
        <p:nvSpPr>
          <p:cNvPr id="34" name="">
            <a:extLst xmlns:a="http://schemas.openxmlformats.org/drawingml/2006/main">
              <a:ext uri="{FF2B5EF4-FFF2-40B4-BE49-F238E27FC236}">
                <a16:creationId xmlns:a16="http://schemas.microsoft.com/office/drawing/2014/main" id="{ACF83A41-0532-4562-9DA8-A6D07B122F1E}"/>
              </a:ext>
            </a:extLst>
          </p:cNvPr>
          <p:cNvSpPr>
            <a:spLocks xmlns:a="http://schemas.openxmlformats.org/drawingml/2006/main" noGrp="1"/>
          </p:cNvSpPr>
          <p:nvPr/>
        </p:nvSpPr>
        <p:spPr>
          <a:xfrm xmlns:a="http://schemas.openxmlformats.org/drawingml/2006/main">
            <a:off x="781050" y="4972050"/>
            <a:ext cx="7239000" cy="628650"/>
          </a:xfrm>
          <a:prstGeom xmlns:a="http://schemas.openxmlformats.org/drawingml/2006/main" prst="rect">
            <a:avLst/>
          </a:prstGeom>
          <a:solidFill xmlns:a="http://schemas.openxmlformats.org/drawingml/2006/main">
            <a:srgbClr val="FFFFFF">
              <a:alpha val="8000"/>
            </a:srgbClr>
          </a:solidFill>
          <a:ln xmlns:a="http://schemas.openxmlformats.org/drawingml/2006/main" w="9525">
            <a:solidFill>
              <a:srgbClr val="FFFFFF">
                <a:alpha val="18000"/>
              </a:srgbClr>
            </a:solidFill>
            <a:prstDash val="solid"/>
          </a:ln>
        </p:spPr>
      </p:sp>
      <p:sp>
        <p:nvSpPr>
          <p:cNvPr id="35" name="">
            <a:extLst xmlns:a="http://schemas.openxmlformats.org/drawingml/2006/main">
              <a:ext uri="{FF2B5EF4-FFF2-40B4-BE49-F238E27FC236}">
                <a16:creationId xmlns:a16="http://schemas.microsoft.com/office/drawing/2014/main" id="{274611B8-B705-4A0B-B26C-71931EA78B6F}"/>
              </a:ext>
            </a:extLst>
          </p:cNvPr>
          <p:cNvSpPr>
            <a:spLocks xmlns:a="http://schemas.openxmlformats.org/drawingml/2006/main" noGrp="1"/>
          </p:cNvSpPr>
          <p:nvPr/>
        </p:nvSpPr>
        <p:spPr>
          <a:xfrm xmlns:a="http://schemas.openxmlformats.org/drawingml/2006/main">
            <a:off x="1028700" y="5105400"/>
            <a:ext cx="18097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00" b="1">
                <a:solidFill>
                  <a:srgbClr val="D08A32"/>
                </a:solidFill>
                <a:latin typeface="Arial"/>
                <a:ea typeface="Arial"/>
                <a:cs typeface="Arial"/>
              </a:defRPr>
            </a:pPr>
            <a:r>
              <a:rPr sz="900" b="1">
                <a:solidFill>
                  <a:srgbClr val="D08A32"/>
                </a:solidFill>
                <a:latin typeface="Arial"/>
                <a:ea typeface="Arial"/>
                <a:cs typeface="Arial"/>
              </a:rPr>
              <a:t>Lý do chọn stack này</a:t>
            </a:r>
          </a:p>
        </p:txBody>
      </p:sp>
      <p:sp>
        <p:nvSpPr>
          <p:cNvPr id="36" name="">
            <a:extLst xmlns:a="http://schemas.openxmlformats.org/drawingml/2006/main">
              <a:ext uri="{FF2B5EF4-FFF2-40B4-BE49-F238E27FC236}">
                <a16:creationId xmlns:a16="http://schemas.microsoft.com/office/drawing/2014/main" id="{0A5F918D-ACB0-4722-B8C6-A09AF6B026A4}"/>
              </a:ext>
            </a:extLst>
          </p:cNvPr>
          <p:cNvSpPr>
            <a:spLocks xmlns:a="http://schemas.openxmlformats.org/drawingml/2006/main" noGrp="1"/>
          </p:cNvSpPr>
          <p:nvPr/>
        </p:nvSpPr>
        <p:spPr>
          <a:xfrm xmlns:a="http://schemas.openxmlformats.org/drawingml/2006/main">
            <a:off x="3143250" y="5048250"/>
            <a:ext cx="4762500" cy="361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40" b="0">
                <a:solidFill>
                  <a:srgbClr val="D6E0EA"/>
                </a:solidFill>
                <a:latin typeface="Arial"/>
                <a:ea typeface="Arial"/>
                <a:cs typeface="Arial"/>
              </a:defRPr>
            </a:pPr>
            <a:r>
              <a:rPr sz="840" b="0">
                <a:solidFill>
                  <a:srgbClr val="D6E0EA"/>
                </a:solidFill>
                <a:latin typeface="Arial"/>
                <a:ea typeface="Arial"/>
                <a:cs typeface="Arial"/>
              </a:rPr>
              <a:t>Phù hợp website demo/triển khai nhanh: frontend dễ deploy, backend đủ an toàn cho Auth, Firestore, upload ảnh và chatbot AI.</a:t>
            </a:r>
          </a:p>
        </p:txBody>
      </p:sp>
      <p:sp>
        <p:nvSpPr>
          <p:cNvPr id="37" name="">
            <a:extLst xmlns:a="http://schemas.openxmlformats.org/drawingml/2006/main">
              <a:ext uri="{FF2B5EF4-FFF2-40B4-BE49-F238E27FC236}">
                <a16:creationId xmlns:a16="http://schemas.microsoft.com/office/drawing/2014/main" id="{D0D1D45F-4C5B-41B0-A8C4-5A936DEFE557}"/>
              </a:ext>
            </a:extLst>
          </p:cNvPr>
          <p:cNvSpPr>
            <a:spLocks xmlns:a="http://schemas.openxmlformats.org/drawingml/2006/main" noGrp="1"/>
          </p:cNvSpPr>
          <p:nvPr/>
        </p:nvSpPr>
        <p:spPr>
          <a:xfrm xmlns:a="http://schemas.openxmlformats.org/drawingml/2006/main">
            <a:off x="609600" y="6343650"/>
            <a:ext cx="9715500" cy="9525"/>
          </a:xfrm>
          <a:prstGeom xmlns:a="http://schemas.openxmlformats.org/drawingml/2006/main" prst="rect">
            <a:avLst/>
          </a:prstGeom>
          <a:solidFill xmlns:a="http://schemas.openxmlformats.org/drawingml/2006/main">
            <a:srgbClr val="D8CDBD"/>
          </a:solidFill>
          <a:ln xmlns:a="http://schemas.openxmlformats.org/drawingml/2006/main" w="0">
            <a:solidFill>
              <a:srgbClr val="000000">
                <a:alpha val="0"/>
              </a:srgbClr>
            </a:solidFill>
            <a:prstDash val="solid"/>
          </a:ln>
        </p:spPr>
      </p:sp>
      <p:sp>
        <p:nvSpPr>
          <p:cNvPr id="38" name="">
            <a:extLst xmlns:a="http://schemas.openxmlformats.org/drawingml/2006/main">
              <a:ext uri="{FF2B5EF4-FFF2-40B4-BE49-F238E27FC236}">
                <a16:creationId xmlns:a16="http://schemas.microsoft.com/office/drawing/2014/main" id="{331EA941-AB14-4F1F-BC67-4B6F61ABCFE5}"/>
              </a:ext>
            </a:extLst>
          </p:cNvPr>
          <p:cNvSpPr>
            <a:spLocks xmlns:a="http://schemas.openxmlformats.org/drawingml/2006/main" noGrp="1"/>
          </p:cNvSpPr>
          <p:nvPr/>
        </p:nvSpPr>
        <p:spPr>
          <a:xfrm xmlns:a="http://schemas.openxmlformats.org/drawingml/2006/main">
            <a:off x="609600" y="6457950"/>
            <a:ext cx="53340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638" b="0">
                <a:solidFill>
                  <a:srgbClr val="607080"/>
                </a:solidFill>
                <a:latin typeface="Arial"/>
                <a:ea typeface="Arial"/>
                <a:cs typeface="Arial"/>
              </a:defRPr>
            </a:pPr>
            <a:r>
              <a:rPr sz="638" b="0">
                <a:solidFill>
                  <a:srgbClr val="607080"/>
                </a:solidFill>
                <a:latin typeface="Arial"/>
                <a:ea typeface="Arial"/>
                <a:cs typeface="Arial"/>
              </a:rPr>
              <a:t>VKU 360 Quest | Ý tưởng - Công nghệ - Demo sản phẩm</a:t>
            </a:r>
          </a:p>
        </p:txBody>
      </p:sp>
      <p:sp>
        <p:nvSpPr>
          <p:cNvPr id="39" name="">
            <a:extLst xmlns:a="http://schemas.openxmlformats.org/drawingml/2006/main">
              <a:ext uri="{FF2B5EF4-FFF2-40B4-BE49-F238E27FC236}">
                <a16:creationId xmlns:a16="http://schemas.microsoft.com/office/drawing/2014/main" id="{31337FD9-43B1-4927-8F53-8BFFB17C2A93}"/>
              </a:ext>
            </a:extLst>
          </p:cNvPr>
          <p:cNvSpPr>
            <a:spLocks xmlns:a="http://schemas.openxmlformats.org/drawingml/2006/main" noGrp="1"/>
          </p:cNvSpPr>
          <p:nvPr/>
        </p:nvSpPr>
        <p:spPr>
          <a:xfrm xmlns:a="http://schemas.openxmlformats.org/drawingml/2006/main">
            <a:off x="10877550" y="6400800"/>
            <a:ext cx="6858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900" b="1">
                <a:solidFill>
                  <a:srgbClr val="607080"/>
                </a:solidFill>
                <a:latin typeface="Arial"/>
                <a:ea typeface="Arial"/>
                <a:cs typeface="Arial"/>
              </a:defRPr>
            </a:pPr>
            <a:r>
              <a:rPr sz="900" b="1">
                <a:solidFill>
                  <a:srgbClr val="607080"/>
                </a:solidFill>
                <a:latin typeface="Arial"/>
                <a:ea typeface="Arial"/>
                <a:cs typeface="Arial"/>
              </a:rPr>
              <a:t>05</a:t>
            </a:r>
          </a:p>
        </p:txBody>
      </p:sp>
    </p:spTree>
    <p:extLst>
      <p:ext uri="{BB962C8B-B14F-4D97-AF65-F5344CB8AC3E}">
        <p14:creationId xmlns:p14="http://schemas.microsoft.com/office/powerpoint/2010/main" val="1179625698"/>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836D2C6C-7F0E-4D3B-AFF6-731276278331}"/>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FF9EF"/>
          </a:solidFill>
          <a:ln xmlns:a="http://schemas.openxmlformats.org/drawingml/2006/main" w="0">
            <a:solidFill>
              <a:srgbClr val="000000">
                <a:alpha val="0"/>
              </a:srgbClr>
            </a:solidFill>
            <a:prstDash val="solid"/>
          </a:ln>
        </p:spPr>
      </p:sp>
      <p:sp>
        <p:nvSpPr>
          <p:cNvPr id="2" name="kicker-marker">
            <a:extLst xmlns:a="http://schemas.openxmlformats.org/drawingml/2006/main">
              <a:ext uri="{FF2B5EF4-FFF2-40B4-BE49-F238E27FC236}">
                <a16:creationId xmlns:a16="http://schemas.microsoft.com/office/drawing/2014/main" id="{556FBFF4-237A-4C40-AC0C-CA2CCF865844}"/>
              </a:ext>
            </a:extLst>
          </p:cNvPr>
          <p:cNvSpPr>
            <a:spLocks xmlns:a="http://schemas.openxmlformats.org/drawingml/2006/main" noGrp="1"/>
          </p:cNvSpPr>
          <p:nvPr/>
        </p:nvSpPr>
        <p:spPr>
          <a:xfrm xmlns:a="http://schemas.openxmlformats.org/drawingml/2006/main">
            <a:off x="609600" y="523875"/>
            <a:ext cx="76200" cy="76200"/>
          </a:xfrm>
          <a:prstGeom xmlns:a="http://schemas.openxmlformats.org/drawingml/2006/main" prst="rect">
            <a:avLst/>
          </a:prstGeom>
          <a:solidFill xmlns:a="http://schemas.openxmlformats.org/drawingml/2006/main">
            <a:srgbClr val="176B87"/>
          </a:solidFill>
          <a:ln xmlns:a="http://schemas.openxmlformats.org/drawingml/2006/main" w="0">
            <a:solidFill>
              <a:srgbClr val="000000">
                <a:alpha val="0"/>
              </a:srgbClr>
            </a:solidFill>
            <a:prstDash val="solid"/>
          </a:ln>
        </p:spPr>
      </p:sp>
      <p:sp>
        <p:nvSpPr>
          <p:cNvPr id="3" name="kicker-label">
            <a:extLst xmlns:a="http://schemas.openxmlformats.org/drawingml/2006/main">
              <a:ext uri="{FF2B5EF4-FFF2-40B4-BE49-F238E27FC236}">
                <a16:creationId xmlns:a16="http://schemas.microsoft.com/office/drawing/2014/main" id="{6E46D796-55F5-4396-A5B8-307B68C0A8BA}"/>
              </a:ext>
            </a:extLst>
          </p:cNvPr>
          <p:cNvSpPr>
            <a:spLocks xmlns:a="http://schemas.openxmlformats.org/drawingml/2006/main" noGrp="1"/>
          </p:cNvSpPr>
          <p:nvPr/>
        </p:nvSpPr>
        <p:spPr>
          <a:xfrm xmlns:a="http://schemas.openxmlformats.org/drawingml/2006/main">
            <a:off x="781050" y="457200"/>
            <a:ext cx="342900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88" b="1">
                <a:solidFill>
                  <a:srgbClr val="607080"/>
                </a:solidFill>
                <a:latin typeface="Arial"/>
                <a:ea typeface="Arial"/>
                <a:cs typeface="Arial"/>
              </a:defRPr>
            </a:pPr>
            <a:r>
              <a:rPr sz="788" b="1">
                <a:solidFill>
                  <a:srgbClr val="607080"/>
                </a:solidFill>
                <a:latin typeface="Arial"/>
                <a:ea typeface="Arial"/>
                <a:cs typeface="Arial"/>
              </a:rPr>
              <a:t>VKU GUIDE</a:t>
            </a:r>
          </a:p>
        </p:txBody>
      </p:sp>
      <p:sp>
        <p:nvSpPr>
          <p:cNvPr id="4" name="">
            <a:extLst xmlns:a="http://schemas.openxmlformats.org/drawingml/2006/main">
              <a:ext uri="{FF2B5EF4-FFF2-40B4-BE49-F238E27FC236}">
                <a16:creationId xmlns:a16="http://schemas.microsoft.com/office/drawing/2014/main" id="{A266BD7A-75DB-4315-BBFC-78D352381A41}"/>
              </a:ext>
            </a:extLst>
          </p:cNvPr>
          <p:cNvSpPr>
            <a:spLocks xmlns:a="http://schemas.openxmlformats.org/drawingml/2006/main" noGrp="1"/>
          </p:cNvSpPr>
          <p:nvPr/>
        </p:nvSpPr>
        <p:spPr>
          <a:xfrm xmlns:a="http://schemas.openxmlformats.org/drawingml/2006/main">
            <a:off x="609600" y="800100"/>
            <a:ext cx="8858250" cy="9144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550" b="1">
                <a:solidFill>
                  <a:srgbClr val="12212F"/>
                </a:solidFill>
                <a:latin typeface="Arial"/>
                <a:ea typeface="Arial"/>
                <a:cs typeface="Arial"/>
              </a:defRPr>
            </a:pPr>
            <a:r>
              <a:rPr sz="2550" b="1">
                <a:solidFill>
                  <a:srgbClr val="12212F"/>
                </a:solidFill>
                <a:latin typeface="Arial"/>
                <a:ea typeface="Arial"/>
                <a:cs typeface="Arial"/>
              </a:rPr>
              <a:t>Chatbot không hỏi Gemini trực tiếp; mọi yêu cầu đi qua Cloud Function an toàn.</a:t>
            </a:r>
          </a:p>
        </p:txBody>
      </p:sp>
      <p:sp>
        <p:nvSpPr>
          <p:cNvPr id="5" name="">
            <a:extLst xmlns:a="http://schemas.openxmlformats.org/drawingml/2006/main">
              <a:ext uri="{FF2B5EF4-FFF2-40B4-BE49-F238E27FC236}">
                <a16:creationId xmlns:a16="http://schemas.microsoft.com/office/drawing/2014/main" id="{2F8EAEE0-AF47-4733-8ED1-60CA2217CDF0}"/>
              </a:ext>
            </a:extLst>
          </p:cNvPr>
          <p:cNvSpPr>
            <a:spLocks xmlns:a="http://schemas.openxmlformats.org/drawingml/2006/main" noGrp="1"/>
          </p:cNvSpPr>
          <p:nvPr/>
        </p:nvSpPr>
        <p:spPr>
          <a:xfrm xmlns:a="http://schemas.openxmlformats.org/drawingml/2006/main">
            <a:off x="685800" y="2781300"/>
            <a:ext cx="1809750" cy="1219200"/>
          </a:xfrm>
          <a:prstGeom xmlns:a="http://schemas.openxmlformats.org/drawingml/2006/main" prst="rect">
            <a:avLst/>
          </a:prstGeom>
          <a:solidFill xmlns:a="http://schemas.openxmlformats.org/drawingml/2006/main">
            <a:srgbClr val="FFFFFF"/>
          </a:solidFill>
          <a:ln xmlns:a="http://schemas.openxmlformats.org/drawingml/2006/main" w="9525">
            <a:solidFill>
              <a:srgbClr val="D8CDBD"/>
            </a:solidFill>
            <a:prstDash val="solid"/>
          </a:ln>
        </p:spPr>
      </p:sp>
      <p:sp>
        <p:nvSpPr>
          <p:cNvPr id="6" name="">
            <a:extLst xmlns:a="http://schemas.openxmlformats.org/drawingml/2006/main">
              <a:ext uri="{FF2B5EF4-FFF2-40B4-BE49-F238E27FC236}">
                <a16:creationId xmlns:a16="http://schemas.microsoft.com/office/drawing/2014/main" id="{982EB1C0-EC59-4767-876E-560B22AC4051}"/>
              </a:ext>
            </a:extLst>
          </p:cNvPr>
          <p:cNvSpPr>
            <a:spLocks xmlns:a="http://schemas.openxmlformats.org/drawingml/2006/main" noGrp="1"/>
          </p:cNvSpPr>
          <p:nvPr/>
        </p:nvSpPr>
        <p:spPr>
          <a:xfrm xmlns:a="http://schemas.openxmlformats.org/drawingml/2006/main">
            <a:off x="685800" y="2781300"/>
            <a:ext cx="57150" cy="1219200"/>
          </a:xfrm>
          <a:prstGeom xmlns:a="http://schemas.openxmlformats.org/drawingml/2006/main" prst="rect">
            <a:avLst/>
          </a:prstGeom>
          <a:solidFill xmlns:a="http://schemas.openxmlformats.org/drawingml/2006/main">
            <a:srgbClr val="176B87"/>
          </a:solidFill>
          <a:ln xmlns:a="http://schemas.openxmlformats.org/drawingml/2006/main" w="0">
            <a:solidFill>
              <a:srgbClr val="000000">
                <a:alpha val="0"/>
              </a:srgbClr>
            </a:solidFill>
            <a:prstDash val="solid"/>
          </a:ln>
        </p:spPr>
      </p:sp>
      <p:sp>
        <p:nvSpPr>
          <p:cNvPr id="7" name="">
            <a:extLst xmlns:a="http://schemas.openxmlformats.org/drawingml/2006/main">
              <a:ext uri="{FF2B5EF4-FFF2-40B4-BE49-F238E27FC236}">
                <a16:creationId xmlns:a16="http://schemas.microsoft.com/office/drawing/2014/main" id="{80004363-EA93-44A7-AB2E-BBFE5523745D}"/>
              </a:ext>
            </a:extLst>
          </p:cNvPr>
          <p:cNvSpPr>
            <a:spLocks xmlns:a="http://schemas.openxmlformats.org/drawingml/2006/main" noGrp="1"/>
          </p:cNvSpPr>
          <p:nvPr/>
        </p:nvSpPr>
        <p:spPr>
          <a:xfrm xmlns:a="http://schemas.openxmlformats.org/drawingml/2006/main">
            <a:off x="857250" y="2933700"/>
            <a:ext cx="14859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1">
                <a:solidFill>
                  <a:srgbClr val="12212F"/>
                </a:solidFill>
                <a:latin typeface="Arial"/>
                <a:ea typeface="Arial"/>
                <a:cs typeface="Arial"/>
              </a:defRPr>
            </a:pPr>
            <a:r>
              <a:rPr sz="1200" b="1">
                <a:solidFill>
                  <a:srgbClr val="12212F"/>
                </a:solidFill>
                <a:latin typeface="Arial"/>
                <a:ea typeface="Arial"/>
                <a:cs typeface="Arial"/>
              </a:rPr>
              <a:t>Người dùng hỏi</a:t>
            </a:r>
          </a:p>
        </p:txBody>
      </p:sp>
      <p:sp>
        <p:nvSpPr>
          <p:cNvPr id="8" name="">
            <a:extLst xmlns:a="http://schemas.openxmlformats.org/drawingml/2006/main">
              <a:ext uri="{FF2B5EF4-FFF2-40B4-BE49-F238E27FC236}">
                <a16:creationId xmlns:a16="http://schemas.microsoft.com/office/drawing/2014/main" id="{494D2313-DF76-4717-B845-D2D52FC803D0}"/>
              </a:ext>
            </a:extLst>
          </p:cNvPr>
          <p:cNvSpPr>
            <a:spLocks xmlns:a="http://schemas.openxmlformats.org/drawingml/2006/main" noGrp="1"/>
          </p:cNvSpPr>
          <p:nvPr/>
        </p:nvSpPr>
        <p:spPr>
          <a:xfrm xmlns:a="http://schemas.openxmlformats.org/drawingml/2006/main">
            <a:off x="857250" y="3219450"/>
            <a:ext cx="1485900" cy="6858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63" b="0">
                <a:solidFill>
                  <a:srgbClr val="607080"/>
                </a:solidFill>
                <a:latin typeface="Arial"/>
                <a:ea typeface="Arial"/>
                <a:cs typeface="Arial"/>
              </a:defRPr>
            </a:pPr>
            <a:r>
              <a:rPr sz="863" b="0">
                <a:solidFill>
                  <a:srgbClr val="607080"/>
                </a:solidFill>
                <a:latin typeface="Arial"/>
                <a:ea typeface="Arial"/>
                <a:cs typeface="Arial"/>
              </a:rPr>
              <a:t>Ví dụ: Tôi đang ở đâu? Nhiệm vụ tiếp theo là gì?</a:t>
            </a:r>
          </a:p>
        </p:txBody>
      </p:sp>
      <p:sp>
        <p:nvSpPr>
          <p:cNvPr id="9" name="">
            <a:extLst xmlns:a="http://schemas.openxmlformats.org/drawingml/2006/main">
              <a:ext uri="{FF2B5EF4-FFF2-40B4-BE49-F238E27FC236}">
                <a16:creationId xmlns:a16="http://schemas.microsoft.com/office/drawing/2014/main" id="{2D677D07-DFF3-421B-88F8-9C409749C71D}"/>
              </a:ext>
            </a:extLst>
          </p:cNvPr>
          <p:cNvSpPr>
            <a:spLocks xmlns:a="http://schemas.openxmlformats.org/drawingml/2006/main" noGrp="1"/>
          </p:cNvSpPr>
          <p:nvPr/>
        </p:nvSpPr>
        <p:spPr>
          <a:xfrm xmlns:a="http://schemas.openxmlformats.org/drawingml/2006/main">
            <a:off x="3067050" y="2781300"/>
            <a:ext cx="1809750" cy="1219200"/>
          </a:xfrm>
          <a:prstGeom xmlns:a="http://schemas.openxmlformats.org/drawingml/2006/main" prst="rect">
            <a:avLst/>
          </a:prstGeom>
          <a:solidFill xmlns:a="http://schemas.openxmlformats.org/drawingml/2006/main">
            <a:srgbClr val="FFFFFF"/>
          </a:solidFill>
          <a:ln xmlns:a="http://schemas.openxmlformats.org/drawingml/2006/main" w="9525">
            <a:solidFill>
              <a:srgbClr val="D8CDBD"/>
            </a:solidFill>
            <a:prstDash val="solid"/>
          </a:ln>
        </p:spPr>
      </p:sp>
      <p:sp>
        <p:nvSpPr>
          <p:cNvPr id="10" name="">
            <a:extLst xmlns:a="http://schemas.openxmlformats.org/drawingml/2006/main">
              <a:ext uri="{FF2B5EF4-FFF2-40B4-BE49-F238E27FC236}">
                <a16:creationId xmlns:a16="http://schemas.microsoft.com/office/drawing/2014/main" id="{FDDAF158-8FDD-48DD-8582-B850353A7F1E}"/>
              </a:ext>
            </a:extLst>
          </p:cNvPr>
          <p:cNvSpPr>
            <a:spLocks xmlns:a="http://schemas.openxmlformats.org/drawingml/2006/main" noGrp="1"/>
          </p:cNvSpPr>
          <p:nvPr/>
        </p:nvSpPr>
        <p:spPr>
          <a:xfrm xmlns:a="http://schemas.openxmlformats.org/drawingml/2006/main">
            <a:off x="3067050" y="2781300"/>
            <a:ext cx="57150" cy="1219200"/>
          </a:xfrm>
          <a:prstGeom xmlns:a="http://schemas.openxmlformats.org/drawingml/2006/main" prst="rect">
            <a:avLst/>
          </a:prstGeom>
          <a:solidFill xmlns:a="http://schemas.openxmlformats.org/drawingml/2006/main">
            <a:srgbClr val="D08A32"/>
          </a:solidFill>
          <a:ln xmlns:a="http://schemas.openxmlformats.org/drawingml/2006/main" w="0">
            <a:solidFill>
              <a:srgbClr val="000000">
                <a:alpha val="0"/>
              </a:srgbClr>
            </a:solidFill>
            <a:prstDash val="solid"/>
          </a:ln>
        </p:spPr>
      </p:sp>
      <p:sp>
        <p:nvSpPr>
          <p:cNvPr id="11" name="">
            <a:extLst xmlns:a="http://schemas.openxmlformats.org/drawingml/2006/main">
              <a:ext uri="{FF2B5EF4-FFF2-40B4-BE49-F238E27FC236}">
                <a16:creationId xmlns:a16="http://schemas.microsoft.com/office/drawing/2014/main" id="{6314C5C2-0046-4997-A044-64C3997FFE70}"/>
              </a:ext>
            </a:extLst>
          </p:cNvPr>
          <p:cNvSpPr>
            <a:spLocks xmlns:a="http://schemas.openxmlformats.org/drawingml/2006/main" noGrp="1"/>
          </p:cNvSpPr>
          <p:nvPr/>
        </p:nvSpPr>
        <p:spPr>
          <a:xfrm xmlns:a="http://schemas.openxmlformats.org/drawingml/2006/main">
            <a:off x="3238500" y="2933700"/>
            <a:ext cx="14859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1">
                <a:solidFill>
                  <a:srgbClr val="12212F"/>
                </a:solidFill>
                <a:latin typeface="Arial"/>
                <a:ea typeface="Arial"/>
                <a:cs typeface="Arial"/>
              </a:defRPr>
            </a:pPr>
            <a:r>
              <a:rPr sz="1200" b="1">
                <a:solidFill>
                  <a:srgbClr val="12212F"/>
                </a:solidFill>
                <a:latin typeface="Arial"/>
                <a:ea typeface="Arial"/>
                <a:cs typeface="Arial"/>
              </a:rPr>
              <a:t>Thêm context</a:t>
            </a:r>
          </a:p>
        </p:txBody>
      </p:sp>
      <p:sp>
        <p:nvSpPr>
          <p:cNvPr id="12" name="">
            <a:extLst xmlns:a="http://schemas.openxmlformats.org/drawingml/2006/main">
              <a:ext uri="{FF2B5EF4-FFF2-40B4-BE49-F238E27FC236}">
                <a16:creationId xmlns:a16="http://schemas.microsoft.com/office/drawing/2014/main" id="{DC29D3AF-F65C-46A9-A623-0E99DBEE0C2F}"/>
              </a:ext>
            </a:extLst>
          </p:cNvPr>
          <p:cNvSpPr>
            <a:spLocks xmlns:a="http://schemas.openxmlformats.org/drawingml/2006/main" noGrp="1"/>
          </p:cNvSpPr>
          <p:nvPr/>
        </p:nvSpPr>
        <p:spPr>
          <a:xfrm xmlns:a="http://schemas.openxmlformats.org/drawingml/2006/main">
            <a:off x="3238500" y="3219450"/>
            <a:ext cx="1485900" cy="6858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63" b="0">
                <a:solidFill>
                  <a:srgbClr val="607080"/>
                </a:solidFill>
                <a:latin typeface="Arial"/>
                <a:ea typeface="Arial"/>
                <a:cs typeface="Arial"/>
              </a:defRPr>
            </a:pPr>
            <a:r>
              <a:rPr sz="863" b="0">
                <a:solidFill>
                  <a:srgbClr val="607080"/>
                </a:solidFill>
                <a:latin typeface="Arial"/>
                <a:ea typeface="Arial"/>
                <a:cs typeface="Arial"/>
              </a:rPr>
              <a:t>language, history, currentScene, currentStep, unlockedStep.</a:t>
            </a:r>
          </a:p>
        </p:txBody>
      </p:sp>
      <p:sp>
        <p:nvSpPr>
          <p:cNvPr id="13" name="">
            <a:extLst xmlns:a="http://schemas.openxmlformats.org/drawingml/2006/main">
              <a:ext uri="{FF2B5EF4-FFF2-40B4-BE49-F238E27FC236}">
                <a16:creationId xmlns:a16="http://schemas.microsoft.com/office/drawing/2014/main" id="{F0CCE939-E4EE-4CBB-86C6-D2D494C0DF43}"/>
              </a:ext>
            </a:extLst>
          </p:cNvPr>
          <p:cNvSpPr>
            <a:spLocks xmlns:a="http://schemas.openxmlformats.org/drawingml/2006/main" noGrp="1"/>
          </p:cNvSpPr>
          <p:nvPr/>
        </p:nvSpPr>
        <p:spPr>
          <a:xfrm xmlns:a="http://schemas.openxmlformats.org/drawingml/2006/main">
            <a:off x="5448300" y="2781300"/>
            <a:ext cx="1809750" cy="1219200"/>
          </a:xfrm>
          <a:prstGeom xmlns:a="http://schemas.openxmlformats.org/drawingml/2006/main" prst="rect">
            <a:avLst/>
          </a:prstGeom>
          <a:solidFill xmlns:a="http://schemas.openxmlformats.org/drawingml/2006/main">
            <a:srgbClr val="FFFFFF"/>
          </a:solidFill>
          <a:ln xmlns:a="http://schemas.openxmlformats.org/drawingml/2006/main" w="9525">
            <a:solidFill>
              <a:srgbClr val="D8CDBD"/>
            </a:solidFill>
            <a:prstDash val="solid"/>
          </a:ln>
        </p:spPr>
      </p:sp>
      <p:sp>
        <p:nvSpPr>
          <p:cNvPr id="14" name="">
            <a:extLst xmlns:a="http://schemas.openxmlformats.org/drawingml/2006/main">
              <a:ext uri="{FF2B5EF4-FFF2-40B4-BE49-F238E27FC236}">
                <a16:creationId xmlns:a16="http://schemas.microsoft.com/office/drawing/2014/main" id="{2E300F54-4BC2-4E16-84F8-06D69CC5F930}"/>
              </a:ext>
            </a:extLst>
          </p:cNvPr>
          <p:cNvSpPr>
            <a:spLocks xmlns:a="http://schemas.openxmlformats.org/drawingml/2006/main" noGrp="1"/>
          </p:cNvSpPr>
          <p:nvPr/>
        </p:nvSpPr>
        <p:spPr>
          <a:xfrm xmlns:a="http://schemas.openxmlformats.org/drawingml/2006/main">
            <a:off x="5448300" y="2781300"/>
            <a:ext cx="57150" cy="1219200"/>
          </a:xfrm>
          <a:prstGeom xmlns:a="http://schemas.openxmlformats.org/drawingml/2006/main" prst="rect">
            <a:avLst/>
          </a:prstGeom>
          <a:solidFill xmlns:a="http://schemas.openxmlformats.org/drawingml/2006/main">
            <a:srgbClr val="228B5D"/>
          </a:solidFill>
          <a:ln xmlns:a="http://schemas.openxmlformats.org/drawingml/2006/main" w="0">
            <a:solidFill>
              <a:srgbClr val="000000">
                <a:alpha val="0"/>
              </a:srgbClr>
            </a:solidFill>
            <a:prstDash val="solid"/>
          </a:ln>
        </p:spPr>
      </p:sp>
      <p:sp>
        <p:nvSpPr>
          <p:cNvPr id="15" name="">
            <a:extLst xmlns:a="http://schemas.openxmlformats.org/drawingml/2006/main">
              <a:ext uri="{FF2B5EF4-FFF2-40B4-BE49-F238E27FC236}">
                <a16:creationId xmlns:a16="http://schemas.microsoft.com/office/drawing/2014/main" id="{F5A1AB32-E3D2-498E-BBF6-AD1F207B7F79}"/>
              </a:ext>
            </a:extLst>
          </p:cNvPr>
          <p:cNvSpPr>
            <a:spLocks xmlns:a="http://schemas.openxmlformats.org/drawingml/2006/main" noGrp="1"/>
          </p:cNvSpPr>
          <p:nvPr/>
        </p:nvSpPr>
        <p:spPr>
          <a:xfrm xmlns:a="http://schemas.openxmlformats.org/drawingml/2006/main">
            <a:off x="5619750" y="2933700"/>
            <a:ext cx="14859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1">
                <a:solidFill>
                  <a:srgbClr val="12212F"/>
                </a:solidFill>
                <a:latin typeface="Arial"/>
                <a:ea typeface="Arial"/>
                <a:cs typeface="Arial"/>
              </a:defRPr>
            </a:pPr>
            <a:r>
              <a:rPr sz="1200" b="1">
                <a:solidFill>
                  <a:srgbClr val="12212F"/>
                </a:solidFill>
                <a:latin typeface="Arial"/>
                <a:ea typeface="Arial"/>
                <a:cs typeface="Arial"/>
              </a:rPr>
              <a:t>Function chatGuide</a:t>
            </a:r>
          </a:p>
        </p:txBody>
      </p:sp>
      <p:sp>
        <p:nvSpPr>
          <p:cNvPr id="16" name="">
            <a:extLst xmlns:a="http://schemas.openxmlformats.org/drawingml/2006/main">
              <a:ext uri="{FF2B5EF4-FFF2-40B4-BE49-F238E27FC236}">
                <a16:creationId xmlns:a16="http://schemas.microsoft.com/office/drawing/2014/main" id="{8695E427-DE0A-4EBA-B133-DF441EA9E574}"/>
              </a:ext>
            </a:extLst>
          </p:cNvPr>
          <p:cNvSpPr>
            <a:spLocks xmlns:a="http://schemas.openxmlformats.org/drawingml/2006/main" noGrp="1"/>
          </p:cNvSpPr>
          <p:nvPr/>
        </p:nvSpPr>
        <p:spPr>
          <a:xfrm xmlns:a="http://schemas.openxmlformats.org/drawingml/2006/main">
            <a:off x="5619750" y="3219450"/>
            <a:ext cx="1485900" cy="6858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63" b="0">
                <a:solidFill>
                  <a:srgbClr val="607080"/>
                </a:solidFill>
                <a:latin typeface="Arial"/>
                <a:ea typeface="Arial"/>
                <a:cs typeface="Arial"/>
              </a:defRPr>
            </a:pPr>
            <a:r>
              <a:rPr sz="863" b="0">
                <a:solidFill>
                  <a:srgbClr val="607080"/>
                </a:solidFill>
                <a:latin typeface="Arial"/>
                <a:ea typeface="Arial"/>
                <a:cs typeface="Arial"/>
              </a:rPr>
              <a:t>Kiểm tra đăng nhập, giới hạn độ dài, sanitize dữ liệu.</a:t>
            </a:r>
          </a:p>
        </p:txBody>
      </p:sp>
      <p:sp>
        <p:nvSpPr>
          <p:cNvPr id="17" name="">
            <a:extLst xmlns:a="http://schemas.openxmlformats.org/drawingml/2006/main">
              <a:ext uri="{FF2B5EF4-FFF2-40B4-BE49-F238E27FC236}">
                <a16:creationId xmlns:a16="http://schemas.microsoft.com/office/drawing/2014/main" id="{1C74DB1C-172F-4FB0-A8F3-632BB18AE618}"/>
              </a:ext>
            </a:extLst>
          </p:cNvPr>
          <p:cNvSpPr>
            <a:spLocks xmlns:a="http://schemas.openxmlformats.org/drawingml/2006/main" noGrp="1"/>
          </p:cNvSpPr>
          <p:nvPr/>
        </p:nvSpPr>
        <p:spPr>
          <a:xfrm xmlns:a="http://schemas.openxmlformats.org/drawingml/2006/main">
            <a:off x="7829550" y="2781300"/>
            <a:ext cx="1809750" cy="1219200"/>
          </a:xfrm>
          <a:prstGeom xmlns:a="http://schemas.openxmlformats.org/drawingml/2006/main" prst="rect">
            <a:avLst/>
          </a:prstGeom>
          <a:solidFill xmlns:a="http://schemas.openxmlformats.org/drawingml/2006/main">
            <a:srgbClr val="FFFFFF"/>
          </a:solidFill>
          <a:ln xmlns:a="http://schemas.openxmlformats.org/drawingml/2006/main" w="9525">
            <a:solidFill>
              <a:srgbClr val="D8CDBD"/>
            </a:solidFill>
            <a:prstDash val="solid"/>
          </a:ln>
        </p:spPr>
      </p:sp>
      <p:sp>
        <p:nvSpPr>
          <p:cNvPr id="18" name="">
            <a:extLst xmlns:a="http://schemas.openxmlformats.org/drawingml/2006/main">
              <a:ext uri="{FF2B5EF4-FFF2-40B4-BE49-F238E27FC236}">
                <a16:creationId xmlns:a16="http://schemas.microsoft.com/office/drawing/2014/main" id="{4F09405E-42CD-43DE-B8BB-4C0B88121338}"/>
              </a:ext>
            </a:extLst>
          </p:cNvPr>
          <p:cNvSpPr>
            <a:spLocks xmlns:a="http://schemas.openxmlformats.org/drawingml/2006/main" noGrp="1"/>
          </p:cNvSpPr>
          <p:nvPr/>
        </p:nvSpPr>
        <p:spPr>
          <a:xfrm xmlns:a="http://schemas.openxmlformats.org/drawingml/2006/main">
            <a:off x="7829550" y="2781300"/>
            <a:ext cx="57150" cy="1219200"/>
          </a:xfrm>
          <a:prstGeom xmlns:a="http://schemas.openxmlformats.org/drawingml/2006/main" prst="rect">
            <a:avLst/>
          </a:prstGeom>
          <a:solidFill xmlns:a="http://schemas.openxmlformats.org/drawingml/2006/main">
            <a:srgbClr val="176B87"/>
          </a:solidFill>
          <a:ln xmlns:a="http://schemas.openxmlformats.org/drawingml/2006/main" w="0">
            <a:solidFill>
              <a:srgbClr val="000000">
                <a:alpha val="0"/>
              </a:srgbClr>
            </a:solidFill>
            <a:prstDash val="solid"/>
          </a:ln>
        </p:spPr>
      </p:sp>
      <p:sp>
        <p:nvSpPr>
          <p:cNvPr id="19" name="">
            <a:extLst xmlns:a="http://schemas.openxmlformats.org/drawingml/2006/main">
              <a:ext uri="{FF2B5EF4-FFF2-40B4-BE49-F238E27FC236}">
                <a16:creationId xmlns:a16="http://schemas.microsoft.com/office/drawing/2014/main" id="{2A4014DE-3167-42CE-8D21-B558567D98CD}"/>
              </a:ext>
            </a:extLst>
          </p:cNvPr>
          <p:cNvSpPr>
            <a:spLocks xmlns:a="http://schemas.openxmlformats.org/drawingml/2006/main" noGrp="1"/>
          </p:cNvSpPr>
          <p:nvPr/>
        </p:nvSpPr>
        <p:spPr>
          <a:xfrm xmlns:a="http://schemas.openxmlformats.org/drawingml/2006/main">
            <a:off x="8001000" y="2933700"/>
            <a:ext cx="14859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1">
                <a:solidFill>
                  <a:srgbClr val="12212F"/>
                </a:solidFill>
                <a:latin typeface="Arial"/>
                <a:ea typeface="Arial"/>
                <a:cs typeface="Arial"/>
              </a:defRPr>
            </a:pPr>
            <a:r>
              <a:rPr sz="1200" b="1">
                <a:solidFill>
                  <a:srgbClr val="12212F"/>
                </a:solidFill>
                <a:latin typeface="Arial"/>
                <a:ea typeface="Arial"/>
                <a:cs typeface="Arial"/>
              </a:rPr>
              <a:t>Gemini + fallback</a:t>
            </a:r>
          </a:p>
        </p:txBody>
      </p:sp>
      <p:sp>
        <p:nvSpPr>
          <p:cNvPr id="20" name="">
            <a:extLst xmlns:a="http://schemas.openxmlformats.org/drawingml/2006/main">
              <a:ext uri="{FF2B5EF4-FFF2-40B4-BE49-F238E27FC236}">
                <a16:creationId xmlns:a16="http://schemas.microsoft.com/office/drawing/2014/main" id="{453CE889-C3C4-4A63-876E-3F9626E43004}"/>
              </a:ext>
            </a:extLst>
          </p:cNvPr>
          <p:cNvSpPr>
            <a:spLocks xmlns:a="http://schemas.openxmlformats.org/drawingml/2006/main" noGrp="1"/>
          </p:cNvSpPr>
          <p:nvPr/>
        </p:nvSpPr>
        <p:spPr>
          <a:xfrm xmlns:a="http://schemas.openxmlformats.org/drawingml/2006/main">
            <a:off x="8001000" y="3219450"/>
            <a:ext cx="1485900" cy="6858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63" b="0">
                <a:solidFill>
                  <a:srgbClr val="607080"/>
                </a:solidFill>
                <a:latin typeface="Arial"/>
                <a:ea typeface="Arial"/>
                <a:cs typeface="Arial"/>
              </a:defRPr>
            </a:pPr>
            <a:r>
              <a:rPr sz="863" b="0">
                <a:solidFill>
                  <a:srgbClr val="607080"/>
                </a:solidFill>
                <a:latin typeface="Arial"/>
                <a:ea typeface="Arial"/>
                <a:cs typeface="Arial"/>
              </a:rPr>
              <a:t>Gọi model theo thứ tự; nếu lỗi quota thì trả lời offline.</a:t>
            </a:r>
          </a:p>
        </p:txBody>
      </p:sp>
      <p:sp>
        <p:nvSpPr>
          <p:cNvPr id="21" name="">
            <a:extLst xmlns:a="http://schemas.openxmlformats.org/drawingml/2006/main">
              <a:ext uri="{FF2B5EF4-FFF2-40B4-BE49-F238E27FC236}">
                <a16:creationId xmlns:a16="http://schemas.microsoft.com/office/drawing/2014/main" id="{CED7ACD3-743A-4648-B57B-C04FCAA6BF79}"/>
              </a:ext>
            </a:extLst>
          </p:cNvPr>
          <p:cNvSpPr>
            <a:spLocks xmlns:a="http://schemas.openxmlformats.org/drawingml/2006/main" noGrp="1"/>
          </p:cNvSpPr>
          <p:nvPr/>
        </p:nvSpPr>
        <p:spPr>
          <a:xfrm xmlns:a="http://schemas.openxmlformats.org/drawingml/2006/main" rot="0">
            <a:off x="2495550" y="3390900"/>
            <a:ext cx="495300" cy="19050"/>
          </a:xfrm>
          <a:prstGeom xmlns:a="http://schemas.openxmlformats.org/drawingml/2006/main" prst="rect">
            <a:avLst/>
          </a:prstGeom>
          <a:solidFill xmlns:a="http://schemas.openxmlformats.org/drawingml/2006/main">
            <a:srgbClr val="D08A32"/>
          </a:solidFill>
          <a:ln xmlns:a="http://schemas.openxmlformats.org/drawingml/2006/main" w="0">
            <a:solidFill>
              <a:srgbClr val="000000">
                <a:alpha val="0"/>
              </a:srgbClr>
            </a:solidFill>
            <a:prstDash val="solid"/>
          </a:ln>
        </p:spPr>
      </p:sp>
      <p:sp>
        <p:nvSpPr>
          <p:cNvPr id="22" name="">
            <a:extLst xmlns:a="http://schemas.openxmlformats.org/drawingml/2006/main">
              <a:ext uri="{FF2B5EF4-FFF2-40B4-BE49-F238E27FC236}">
                <a16:creationId xmlns:a16="http://schemas.microsoft.com/office/drawing/2014/main" id="{CEC914DA-6D69-48B6-BC31-7691CC02A355}"/>
              </a:ext>
            </a:extLst>
          </p:cNvPr>
          <p:cNvSpPr>
            <a:spLocks xmlns:a="http://schemas.openxmlformats.org/drawingml/2006/main" noGrp="1"/>
          </p:cNvSpPr>
          <p:nvPr/>
        </p:nvSpPr>
        <p:spPr>
          <a:xfrm xmlns:a="http://schemas.openxmlformats.org/drawingml/2006/main" rot="5400000">
            <a:off x="2914650" y="3343275"/>
            <a:ext cx="95250" cy="95250"/>
          </a:xfrm>
          <a:prstGeom xmlns:a="http://schemas.openxmlformats.org/drawingml/2006/main" prst="triangle">
            <a:avLst/>
          </a:prstGeom>
          <a:solidFill xmlns:a="http://schemas.openxmlformats.org/drawingml/2006/main">
            <a:srgbClr val="D08A32"/>
          </a:solidFill>
          <a:ln xmlns:a="http://schemas.openxmlformats.org/drawingml/2006/main" w="0">
            <a:solidFill>
              <a:srgbClr val="000000">
                <a:alpha val="0"/>
              </a:srgbClr>
            </a:solidFill>
            <a:prstDash val="solid"/>
          </a:ln>
        </p:spPr>
      </p:sp>
      <p:sp>
        <p:nvSpPr>
          <p:cNvPr id="23" name="">
            <a:extLst xmlns:a="http://schemas.openxmlformats.org/drawingml/2006/main">
              <a:ext uri="{FF2B5EF4-FFF2-40B4-BE49-F238E27FC236}">
                <a16:creationId xmlns:a16="http://schemas.microsoft.com/office/drawing/2014/main" id="{5CEE218C-156D-4CB8-A86A-4FA16ECF9F7B}"/>
              </a:ext>
            </a:extLst>
          </p:cNvPr>
          <p:cNvSpPr>
            <a:spLocks xmlns:a="http://schemas.openxmlformats.org/drawingml/2006/main" noGrp="1"/>
          </p:cNvSpPr>
          <p:nvPr/>
        </p:nvSpPr>
        <p:spPr>
          <a:xfrm xmlns:a="http://schemas.openxmlformats.org/drawingml/2006/main" rot="0">
            <a:off x="4876800" y="3390900"/>
            <a:ext cx="495300" cy="19050"/>
          </a:xfrm>
          <a:prstGeom xmlns:a="http://schemas.openxmlformats.org/drawingml/2006/main" prst="rect">
            <a:avLst/>
          </a:prstGeom>
          <a:solidFill xmlns:a="http://schemas.openxmlformats.org/drawingml/2006/main">
            <a:srgbClr val="D08A32"/>
          </a:solidFill>
          <a:ln xmlns:a="http://schemas.openxmlformats.org/drawingml/2006/main" w="0">
            <a:solidFill>
              <a:srgbClr val="000000">
                <a:alpha val="0"/>
              </a:srgbClr>
            </a:solidFill>
            <a:prstDash val="solid"/>
          </a:ln>
        </p:spPr>
      </p:sp>
      <p:sp>
        <p:nvSpPr>
          <p:cNvPr id="24" name="">
            <a:extLst xmlns:a="http://schemas.openxmlformats.org/drawingml/2006/main">
              <a:ext uri="{FF2B5EF4-FFF2-40B4-BE49-F238E27FC236}">
                <a16:creationId xmlns:a16="http://schemas.microsoft.com/office/drawing/2014/main" id="{6851EA86-57FC-42C4-95BB-21CD1D1B1120}"/>
              </a:ext>
            </a:extLst>
          </p:cNvPr>
          <p:cNvSpPr>
            <a:spLocks xmlns:a="http://schemas.openxmlformats.org/drawingml/2006/main" noGrp="1"/>
          </p:cNvSpPr>
          <p:nvPr/>
        </p:nvSpPr>
        <p:spPr>
          <a:xfrm xmlns:a="http://schemas.openxmlformats.org/drawingml/2006/main" rot="5400000">
            <a:off x="5295900" y="3343275"/>
            <a:ext cx="95250" cy="95250"/>
          </a:xfrm>
          <a:prstGeom xmlns:a="http://schemas.openxmlformats.org/drawingml/2006/main" prst="triangle">
            <a:avLst/>
          </a:prstGeom>
          <a:solidFill xmlns:a="http://schemas.openxmlformats.org/drawingml/2006/main">
            <a:srgbClr val="D08A32"/>
          </a:solidFill>
          <a:ln xmlns:a="http://schemas.openxmlformats.org/drawingml/2006/main" w="0">
            <a:solidFill>
              <a:srgbClr val="000000">
                <a:alpha val="0"/>
              </a:srgbClr>
            </a:solidFill>
            <a:prstDash val="solid"/>
          </a:ln>
        </p:spPr>
      </p:sp>
      <p:sp>
        <p:nvSpPr>
          <p:cNvPr id="25" name="">
            <a:extLst xmlns:a="http://schemas.openxmlformats.org/drawingml/2006/main">
              <a:ext uri="{FF2B5EF4-FFF2-40B4-BE49-F238E27FC236}">
                <a16:creationId xmlns:a16="http://schemas.microsoft.com/office/drawing/2014/main" id="{A35E7CE0-5A22-40AC-AD57-3D799EB986A8}"/>
              </a:ext>
            </a:extLst>
          </p:cNvPr>
          <p:cNvSpPr>
            <a:spLocks xmlns:a="http://schemas.openxmlformats.org/drawingml/2006/main" noGrp="1"/>
          </p:cNvSpPr>
          <p:nvPr/>
        </p:nvSpPr>
        <p:spPr>
          <a:xfrm xmlns:a="http://schemas.openxmlformats.org/drawingml/2006/main" rot="0">
            <a:off x="7258050" y="3390900"/>
            <a:ext cx="495300" cy="19050"/>
          </a:xfrm>
          <a:prstGeom xmlns:a="http://schemas.openxmlformats.org/drawingml/2006/main" prst="rect">
            <a:avLst/>
          </a:prstGeom>
          <a:solidFill xmlns:a="http://schemas.openxmlformats.org/drawingml/2006/main">
            <a:srgbClr val="D08A32"/>
          </a:solidFill>
          <a:ln xmlns:a="http://schemas.openxmlformats.org/drawingml/2006/main" w="0">
            <a:solidFill>
              <a:srgbClr val="000000">
                <a:alpha val="0"/>
              </a:srgbClr>
            </a:solidFill>
            <a:prstDash val="solid"/>
          </a:ln>
        </p:spPr>
      </p:sp>
      <p:sp>
        <p:nvSpPr>
          <p:cNvPr id="26" name="">
            <a:extLst xmlns:a="http://schemas.openxmlformats.org/drawingml/2006/main">
              <a:ext uri="{FF2B5EF4-FFF2-40B4-BE49-F238E27FC236}">
                <a16:creationId xmlns:a16="http://schemas.microsoft.com/office/drawing/2014/main" id="{03F9F62F-C6B7-423E-922D-DA7C89860739}"/>
              </a:ext>
            </a:extLst>
          </p:cNvPr>
          <p:cNvSpPr>
            <a:spLocks xmlns:a="http://schemas.openxmlformats.org/drawingml/2006/main" noGrp="1"/>
          </p:cNvSpPr>
          <p:nvPr/>
        </p:nvSpPr>
        <p:spPr>
          <a:xfrm xmlns:a="http://schemas.openxmlformats.org/drawingml/2006/main" rot="5400000">
            <a:off x="7677150" y="3343275"/>
            <a:ext cx="95250" cy="95250"/>
          </a:xfrm>
          <a:prstGeom xmlns:a="http://schemas.openxmlformats.org/drawingml/2006/main" prst="triangle">
            <a:avLst/>
          </a:prstGeom>
          <a:solidFill xmlns:a="http://schemas.openxmlformats.org/drawingml/2006/main">
            <a:srgbClr val="D08A32"/>
          </a:solidFill>
          <a:ln xmlns:a="http://schemas.openxmlformats.org/drawingml/2006/main" w="0">
            <a:solidFill>
              <a:srgbClr val="000000">
                <a:alpha val="0"/>
              </a:srgbClr>
            </a:solidFill>
            <a:prstDash val="solid"/>
          </a:ln>
        </p:spPr>
      </p:sp>
      <p:sp>
        <p:nvSpPr>
          <p:cNvPr id="27" name="">
            <a:extLst xmlns:a="http://schemas.openxmlformats.org/drawingml/2006/main">
              <a:ext uri="{FF2B5EF4-FFF2-40B4-BE49-F238E27FC236}">
                <a16:creationId xmlns:a16="http://schemas.microsoft.com/office/drawing/2014/main" id="{CBDBBD8A-9F9C-4061-AA5D-18A20D8CBF82}"/>
              </a:ext>
            </a:extLst>
          </p:cNvPr>
          <p:cNvSpPr>
            <a:spLocks xmlns:a="http://schemas.openxmlformats.org/drawingml/2006/main" noGrp="1"/>
          </p:cNvSpPr>
          <p:nvPr/>
        </p:nvSpPr>
        <p:spPr>
          <a:xfrm xmlns:a="http://schemas.openxmlformats.org/drawingml/2006/main">
            <a:off x="2000250" y="4762500"/>
            <a:ext cx="7239000" cy="723900"/>
          </a:xfrm>
          <a:prstGeom xmlns:a="http://schemas.openxmlformats.org/drawingml/2006/main" prst="rect">
            <a:avLst/>
          </a:prstGeom>
          <a:solidFill xmlns:a="http://schemas.openxmlformats.org/drawingml/2006/main">
            <a:srgbClr val="0F1B2A"/>
          </a:solidFill>
          <a:ln xmlns:a="http://schemas.openxmlformats.org/drawingml/2006/main" w="0">
            <a:solidFill>
              <a:srgbClr val="000000">
                <a:alpha val="0"/>
              </a:srgbClr>
            </a:solidFill>
            <a:prstDash val="solid"/>
          </a:ln>
        </p:spPr>
      </p:sp>
      <p:sp>
        <p:nvSpPr>
          <p:cNvPr id="28" name="">
            <a:extLst xmlns:a="http://schemas.openxmlformats.org/drawingml/2006/main">
              <a:ext uri="{FF2B5EF4-FFF2-40B4-BE49-F238E27FC236}">
                <a16:creationId xmlns:a16="http://schemas.microsoft.com/office/drawing/2014/main" id="{9C268D7D-4B70-447C-A496-276B1ED30927}"/>
              </a:ext>
            </a:extLst>
          </p:cNvPr>
          <p:cNvSpPr>
            <a:spLocks xmlns:a="http://schemas.openxmlformats.org/drawingml/2006/main" noGrp="1"/>
          </p:cNvSpPr>
          <p:nvPr/>
        </p:nvSpPr>
        <p:spPr>
          <a:xfrm xmlns:a="http://schemas.openxmlformats.org/drawingml/2006/main">
            <a:off x="2247900" y="4933950"/>
            <a:ext cx="12382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00" b="1">
                <a:solidFill>
                  <a:srgbClr val="D08A32"/>
                </a:solidFill>
                <a:latin typeface="Arial"/>
                <a:ea typeface="Arial"/>
                <a:cs typeface="Arial"/>
              </a:defRPr>
            </a:pPr>
            <a:r>
              <a:rPr sz="900" b="1">
                <a:solidFill>
                  <a:srgbClr val="D08A32"/>
                </a:solidFill>
                <a:latin typeface="Arial"/>
                <a:ea typeface="Arial"/>
                <a:cs typeface="Arial"/>
              </a:rPr>
              <a:t>Điểm bảo mật</a:t>
            </a:r>
          </a:p>
        </p:txBody>
      </p:sp>
      <p:sp>
        <p:nvSpPr>
          <p:cNvPr id="29" name="">
            <a:extLst xmlns:a="http://schemas.openxmlformats.org/drawingml/2006/main">
              <a:ext uri="{FF2B5EF4-FFF2-40B4-BE49-F238E27FC236}">
                <a16:creationId xmlns:a16="http://schemas.microsoft.com/office/drawing/2014/main" id="{D5AE9725-DC76-4A9C-AAA7-5C5578689F1C}"/>
              </a:ext>
            </a:extLst>
          </p:cNvPr>
          <p:cNvSpPr>
            <a:spLocks xmlns:a="http://schemas.openxmlformats.org/drawingml/2006/main" noGrp="1"/>
          </p:cNvSpPr>
          <p:nvPr/>
        </p:nvSpPr>
        <p:spPr>
          <a:xfrm xmlns:a="http://schemas.openxmlformats.org/drawingml/2006/main">
            <a:off x="3905250" y="4857750"/>
            <a:ext cx="4953000" cy="3810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00" b="0">
                <a:solidFill>
                  <a:srgbClr val="E7EEF4"/>
                </a:solidFill>
                <a:latin typeface="Arial"/>
                <a:ea typeface="Arial"/>
                <a:cs typeface="Arial"/>
              </a:defRPr>
            </a:pPr>
            <a:r>
              <a:rPr sz="900" b="0">
                <a:solidFill>
                  <a:srgbClr val="E7EEF4"/>
                </a:solidFill>
                <a:latin typeface="Arial"/>
                <a:ea typeface="Arial"/>
                <a:cs typeface="Arial"/>
              </a:rPr>
              <a:t>Gemini API key nằm trong Firebase Secret, không lộ ở mã nguồn frontend. Firestore rule cũng chỉ cho user đọc/ghi lịch sử chat của chính mình.</a:t>
            </a:r>
          </a:p>
        </p:txBody>
      </p:sp>
      <p:sp>
        <p:nvSpPr>
          <p:cNvPr id="30" name="">
            <a:extLst xmlns:a="http://schemas.openxmlformats.org/drawingml/2006/main">
              <a:ext uri="{FF2B5EF4-FFF2-40B4-BE49-F238E27FC236}">
                <a16:creationId xmlns:a16="http://schemas.microsoft.com/office/drawing/2014/main" id="{08DDDB7F-EDEE-41D2-9C94-7D7113A88935}"/>
              </a:ext>
            </a:extLst>
          </p:cNvPr>
          <p:cNvSpPr>
            <a:spLocks xmlns:a="http://schemas.openxmlformats.org/drawingml/2006/main" noGrp="1"/>
          </p:cNvSpPr>
          <p:nvPr/>
        </p:nvSpPr>
        <p:spPr>
          <a:xfrm xmlns:a="http://schemas.openxmlformats.org/drawingml/2006/main">
            <a:off x="3771900" y="5772150"/>
            <a:ext cx="3714750" cy="285750"/>
          </a:xfrm>
          <a:prstGeom xmlns:a="http://schemas.openxmlformats.org/drawingml/2006/main" prst="roundRect">
            <a:avLst>
              <a:gd name="adj" fmla="val 26667"/>
            </a:avLst>
          </a:prstGeom>
          <a:solidFill xmlns:a="http://schemas.openxmlformats.org/drawingml/2006/main">
            <a:srgbClr val="176B87"/>
          </a:solidFill>
          <a:ln xmlns:a="http://schemas.openxmlformats.org/drawingml/2006/main" w="0">
            <a:solidFill>
              <a:srgbClr val="000000">
                <a:alpha val="0"/>
              </a:srgbClr>
            </a:solidFill>
            <a:prstDash val="solid"/>
          </a:ln>
        </p:spPr>
      </p:sp>
      <p:sp>
        <p:nvSpPr>
          <p:cNvPr id="31" name="">
            <a:extLst xmlns:a="http://schemas.openxmlformats.org/drawingml/2006/main">
              <a:ext uri="{FF2B5EF4-FFF2-40B4-BE49-F238E27FC236}">
                <a16:creationId xmlns:a16="http://schemas.microsoft.com/office/drawing/2014/main" id="{99D0F1F5-3308-46E1-9C8B-96930B725412}"/>
              </a:ext>
            </a:extLst>
          </p:cNvPr>
          <p:cNvSpPr>
            <a:spLocks xmlns:a="http://schemas.openxmlformats.org/drawingml/2006/main" noGrp="1"/>
          </p:cNvSpPr>
          <p:nvPr/>
        </p:nvSpPr>
        <p:spPr>
          <a:xfrm xmlns:a="http://schemas.openxmlformats.org/drawingml/2006/main">
            <a:off x="3886200" y="5829300"/>
            <a:ext cx="3486150" cy="1524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750" b="1">
                <a:solidFill>
                  <a:srgbClr val="FFFFFF"/>
                </a:solidFill>
                <a:latin typeface="Arial"/>
                <a:ea typeface="Arial"/>
                <a:cs typeface="Arial"/>
              </a:defRPr>
            </a:pPr>
            <a:r>
              <a:rPr sz="750" b="1">
                <a:solidFill>
                  <a:srgbClr val="FFFFFF"/>
                </a:solidFill>
                <a:latin typeface="Arial"/>
                <a:ea typeface="Arial"/>
                <a:cs typeface="Arial"/>
              </a:rPr>
              <a:t>Dữ liệu nền: campusKnowledge + scene hiện tại</a:t>
            </a:r>
          </a:p>
        </p:txBody>
      </p:sp>
      <p:sp>
        <p:nvSpPr>
          <p:cNvPr id="32" name="">
            <a:extLst xmlns:a="http://schemas.openxmlformats.org/drawingml/2006/main">
              <a:ext uri="{FF2B5EF4-FFF2-40B4-BE49-F238E27FC236}">
                <a16:creationId xmlns:a16="http://schemas.microsoft.com/office/drawing/2014/main" id="{DE0E6A5F-4BC6-48C1-963E-74FACFEBAA45}"/>
              </a:ext>
            </a:extLst>
          </p:cNvPr>
          <p:cNvSpPr>
            <a:spLocks xmlns:a="http://schemas.openxmlformats.org/drawingml/2006/main" noGrp="1"/>
          </p:cNvSpPr>
          <p:nvPr/>
        </p:nvSpPr>
        <p:spPr>
          <a:xfrm xmlns:a="http://schemas.openxmlformats.org/drawingml/2006/main">
            <a:off x="609600" y="6343650"/>
            <a:ext cx="9715500" cy="9525"/>
          </a:xfrm>
          <a:prstGeom xmlns:a="http://schemas.openxmlformats.org/drawingml/2006/main" prst="rect">
            <a:avLst/>
          </a:prstGeom>
          <a:solidFill xmlns:a="http://schemas.openxmlformats.org/drawingml/2006/main">
            <a:srgbClr val="D8CDBD"/>
          </a:solidFill>
          <a:ln xmlns:a="http://schemas.openxmlformats.org/drawingml/2006/main" w="0">
            <a:solidFill>
              <a:srgbClr val="000000">
                <a:alpha val="0"/>
              </a:srgbClr>
            </a:solidFill>
            <a:prstDash val="solid"/>
          </a:ln>
        </p:spPr>
      </p:sp>
      <p:sp>
        <p:nvSpPr>
          <p:cNvPr id="33" name="">
            <a:extLst xmlns:a="http://schemas.openxmlformats.org/drawingml/2006/main">
              <a:ext uri="{FF2B5EF4-FFF2-40B4-BE49-F238E27FC236}">
                <a16:creationId xmlns:a16="http://schemas.microsoft.com/office/drawing/2014/main" id="{E968633B-D07C-4C2C-8D4F-28FC4E1A6205}"/>
              </a:ext>
            </a:extLst>
          </p:cNvPr>
          <p:cNvSpPr>
            <a:spLocks xmlns:a="http://schemas.openxmlformats.org/drawingml/2006/main" noGrp="1"/>
          </p:cNvSpPr>
          <p:nvPr/>
        </p:nvSpPr>
        <p:spPr>
          <a:xfrm xmlns:a="http://schemas.openxmlformats.org/drawingml/2006/main">
            <a:off x="609600" y="6457950"/>
            <a:ext cx="53340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638" b="0">
                <a:solidFill>
                  <a:srgbClr val="607080"/>
                </a:solidFill>
                <a:latin typeface="Arial"/>
                <a:ea typeface="Arial"/>
                <a:cs typeface="Arial"/>
              </a:defRPr>
            </a:pPr>
            <a:r>
              <a:rPr sz="638" b="0">
                <a:solidFill>
                  <a:srgbClr val="607080"/>
                </a:solidFill>
                <a:latin typeface="Arial"/>
                <a:ea typeface="Arial"/>
                <a:cs typeface="Arial"/>
              </a:rPr>
              <a:t>VKU 360 Quest | Ý tưởng - Công nghệ - Demo sản phẩm</a:t>
            </a:r>
          </a:p>
        </p:txBody>
      </p:sp>
      <p:sp>
        <p:nvSpPr>
          <p:cNvPr id="34" name="">
            <a:extLst xmlns:a="http://schemas.openxmlformats.org/drawingml/2006/main">
              <a:ext uri="{FF2B5EF4-FFF2-40B4-BE49-F238E27FC236}">
                <a16:creationId xmlns:a16="http://schemas.microsoft.com/office/drawing/2014/main" id="{4B0A2B12-1251-47A6-A14E-B93672071D20}"/>
              </a:ext>
            </a:extLst>
          </p:cNvPr>
          <p:cNvSpPr>
            <a:spLocks xmlns:a="http://schemas.openxmlformats.org/drawingml/2006/main" noGrp="1"/>
          </p:cNvSpPr>
          <p:nvPr/>
        </p:nvSpPr>
        <p:spPr>
          <a:xfrm xmlns:a="http://schemas.openxmlformats.org/drawingml/2006/main">
            <a:off x="10877550" y="6400800"/>
            <a:ext cx="6858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900" b="1">
                <a:solidFill>
                  <a:srgbClr val="607080"/>
                </a:solidFill>
                <a:latin typeface="Arial"/>
                <a:ea typeface="Arial"/>
                <a:cs typeface="Arial"/>
              </a:defRPr>
            </a:pPr>
            <a:r>
              <a:rPr sz="900" b="1">
                <a:solidFill>
                  <a:srgbClr val="607080"/>
                </a:solidFill>
                <a:latin typeface="Arial"/>
                <a:ea typeface="Arial"/>
                <a:cs typeface="Arial"/>
              </a:rPr>
              <a:t>06</a:t>
            </a:r>
          </a:p>
        </p:txBody>
      </p:sp>
    </p:spTree>
    <p:extLst>
      <p:ext uri="{BB962C8B-B14F-4D97-AF65-F5344CB8AC3E}">
        <p14:creationId xmlns:p14="http://schemas.microsoft.com/office/powerpoint/2010/main" val="1099497551"/>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E80F6026-081B-4401-A59A-36D22EF194D4}"/>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7F2EA"/>
          </a:solidFill>
          <a:ln xmlns:a="http://schemas.openxmlformats.org/drawingml/2006/main" w="0">
            <a:solidFill>
              <a:srgbClr val="000000">
                <a:alpha val="0"/>
              </a:srgbClr>
            </a:solidFill>
            <a:prstDash val="solid"/>
          </a:ln>
        </p:spPr>
      </p:sp>
      <p:sp>
        <p:nvSpPr>
          <p:cNvPr id="2" name="kicker-marker">
            <a:extLst xmlns:a="http://schemas.openxmlformats.org/drawingml/2006/main">
              <a:ext uri="{FF2B5EF4-FFF2-40B4-BE49-F238E27FC236}">
                <a16:creationId xmlns:a16="http://schemas.microsoft.com/office/drawing/2014/main" id="{A72A6F08-BE74-4766-8F70-10A5615D7BFA}"/>
              </a:ext>
            </a:extLst>
          </p:cNvPr>
          <p:cNvSpPr>
            <a:spLocks xmlns:a="http://schemas.openxmlformats.org/drawingml/2006/main" noGrp="1"/>
          </p:cNvSpPr>
          <p:nvPr/>
        </p:nvSpPr>
        <p:spPr>
          <a:xfrm xmlns:a="http://schemas.openxmlformats.org/drawingml/2006/main">
            <a:off x="609600" y="523875"/>
            <a:ext cx="76200" cy="76200"/>
          </a:xfrm>
          <a:prstGeom xmlns:a="http://schemas.openxmlformats.org/drawingml/2006/main" prst="rect">
            <a:avLst/>
          </a:prstGeom>
          <a:solidFill xmlns:a="http://schemas.openxmlformats.org/drawingml/2006/main">
            <a:srgbClr val="176B87"/>
          </a:solidFill>
          <a:ln xmlns:a="http://schemas.openxmlformats.org/drawingml/2006/main" w="0">
            <a:solidFill>
              <a:srgbClr val="000000">
                <a:alpha val="0"/>
              </a:srgbClr>
            </a:solidFill>
            <a:prstDash val="solid"/>
          </a:ln>
        </p:spPr>
      </p:sp>
      <p:sp>
        <p:nvSpPr>
          <p:cNvPr id="3" name="kicker-label">
            <a:extLst xmlns:a="http://schemas.openxmlformats.org/drawingml/2006/main">
              <a:ext uri="{FF2B5EF4-FFF2-40B4-BE49-F238E27FC236}">
                <a16:creationId xmlns:a16="http://schemas.microsoft.com/office/drawing/2014/main" id="{8221FB41-0B52-4CF5-A765-55BD2A745393}"/>
              </a:ext>
            </a:extLst>
          </p:cNvPr>
          <p:cNvSpPr>
            <a:spLocks xmlns:a="http://schemas.openxmlformats.org/drawingml/2006/main" noGrp="1"/>
          </p:cNvSpPr>
          <p:nvPr/>
        </p:nvSpPr>
        <p:spPr>
          <a:xfrm xmlns:a="http://schemas.openxmlformats.org/drawingml/2006/main">
            <a:off x="781050" y="457200"/>
            <a:ext cx="342900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88" b="1">
                <a:solidFill>
                  <a:srgbClr val="607080"/>
                </a:solidFill>
                <a:latin typeface="Arial"/>
                <a:ea typeface="Arial"/>
                <a:cs typeface="Arial"/>
              </a:defRPr>
            </a:pPr>
            <a:r>
              <a:rPr sz="788" b="1">
                <a:solidFill>
                  <a:srgbClr val="607080"/>
                </a:solidFill>
                <a:latin typeface="Arial"/>
                <a:ea typeface="Arial"/>
                <a:cs typeface="Arial"/>
              </a:rPr>
              <a:t>DỮ LIỆU &amp; PHÂN QUYỀN</a:t>
            </a:r>
          </a:p>
        </p:txBody>
      </p:sp>
      <p:sp>
        <p:nvSpPr>
          <p:cNvPr id="4" name="">
            <a:extLst xmlns:a="http://schemas.openxmlformats.org/drawingml/2006/main">
              <a:ext uri="{FF2B5EF4-FFF2-40B4-BE49-F238E27FC236}">
                <a16:creationId xmlns:a16="http://schemas.microsoft.com/office/drawing/2014/main" id="{FD08C2EB-6BFD-48D4-A4F8-C9CE2887F4BC}"/>
              </a:ext>
            </a:extLst>
          </p:cNvPr>
          <p:cNvSpPr>
            <a:spLocks xmlns:a="http://schemas.openxmlformats.org/drawingml/2006/main" noGrp="1"/>
          </p:cNvSpPr>
          <p:nvPr/>
        </p:nvSpPr>
        <p:spPr>
          <a:xfrm xmlns:a="http://schemas.openxmlformats.org/drawingml/2006/main">
            <a:off x="609600" y="800100"/>
            <a:ext cx="8858250" cy="9144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550" b="1">
                <a:solidFill>
                  <a:srgbClr val="12212F"/>
                </a:solidFill>
                <a:latin typeface="Arial"/>
                <a:ea typeface="Arial"/>
                <a:cs typeface="Arial"/>
              </a:defRPr>
            </a:pPr>
            <a:r>
              <a:rPr sz="2550" b="1">
                <a:solidFill>
                  <a:srgbClr val="12212F"/>
                </a:solidFill>
                <a:latin typeface="Arial"/>
                <a:ea typeface="Arial"/>
                <a:cs typeface="Arial"/>
              </a:rPr>
              <a:t>Mỗi loại dữ liệu có nơi lưu và rule riêng để phục vụ trải nghiệm cá nhân.</a:t>
            </a:r>
          </a:p>
        </p:txBody>
      </p:sp>
      <p:sp>
        <p:nvSpPr>
          <p:cNvPr id="5" name="">
            <a:extLst xmlns:a="http://schemas.openxmlformats.org/drawingml/2006/main">
              <a:ext uri="{FF2B5EF4-FFF2-40B4-BE49-F238E27FC236}">
                <a16:creationId xmlns:a16="http://schemas.microsoft.com/office/drawing/2014/main" id="{927A9824-078E-42C9-9451-6670AC23918D}"/>
              </a:ext>
            </a:extLst>
          </p:cNvPr>
          <p:cNvSpPr>
            <a:spLocks xmlns:a="http://schemas.openxmlformats.org/drawingml/2006/main" noGrp="1"/>
          </p:cNvSpPr>
          <p:nvPr/>
        </p:nvSpPr>
        <p:spPr>
          <a:xfrm xmlns:a="http://schemas.openxmlformats.org/drawingml/2006/main">
            <a:off x="685800" y="2038350"/>
            <a:ext cx="2095500" cy="419100"/>
          </a:xfrm>
          <a:prstGeom xmlns:a="http://schemas.openxmlformats.org/drawingml/2006/main" prst="rect">
            <a:avLst/>
          </a:prstGeom>
          <a:solidFill xmlns:a="http://schemas.openxmlformats.org/drawingml/2006/main">
            <a:srgbClr val="0F1B2A"/>
          </a:solidFill>
          <a:ln xmlns:a="http://schemas.openxmlformats.org/drawingml/2006/main" w="0">
            <a:solidFill>
              <a:srgbClr val="000000">
                <a:alpha val="0"/>
              </a:srgbClr>
            </a:solidFill>
            <a:prstDash val="solid"/>
          </a:ln>
        </p:spPr>
      </p:sp>
      <p:sp>
        <p:nvSpPr>
          <p:cNvPr id="6" name="">
            <a:extLst xmlns:a="http://schemas.openxmlformats.org/drawingml/2006/main">
              <a:ext uri="{FF2B5EF4-FFF2-40B4-BE49-F238E27FC236}">
                <a16:creationId xmlns:a16="http://schemas.microsoft.com/office/drawing/2014/main" id="{C9D1048C-89B7-4060-94C9-E25D03F07928}"/>
              </a:ext>
            </a:extLst>
          </p:cNvPr>
          <p:cNvSpPr>
            <a:spLocks xmlns:a="http://schemas.openxmlformats.org/drawingml/2006/main" noGrp="1"/>
          </p:cNvSpPr>
          <p:nvPr/>
        </p:nvSpPr>
        <p:spPr>
          <a:xfrm xmlns:a="http://schemas.openxmlformats.org/drawingml/2006/main">
            <a:off x="819150" y="2171700"/>
            <a:ext cx="1828800" cy="1333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1">
                <a:solidFill>
                  <a:srgbClr val="FFFFFF"/>
                </a:solidFill>
                <a:latin typeface="Arial"/>
                <a:ea typeface="Arial"/>
                <a:cs typeface="Arial"/>
              </a:defRPr>
            </a:pPr>
            <a:r>
              <a:rPr sz="825" b="1">
                <a:solidFill>
                  <a:srgbClr val="FFFFFF"/>
                </a:solidFill>
                <a:latin typeface="Arial"/>
                <a:ea typeface="Arial"/>
                <a:cs typeface="Arial"/>
              </a:rPr>
              <a:t>Dữ liệu</a:t>
            </a:r>
          </a:p>
        </p:txBody>
      </p:sp>
      <p:sp>
        <p:nvSpPr>
          <p:cNvPr id="7" name="">
            <a:extLst xmlns:a="http://schemas.openxmlformats.org/drawingml/2006/main">
              <a:ext uri="{FF2B5EF4-FFF2-40B4-BE49-F238E27FC236}">
                <a16:creationId xmlns:a16="http://schemas.microsoft.com/office/drawing/2014/main" id="{F3DE76F9-4A49-4515-B623-7C3032573B61}"/>
              </a:ext>
            </a:extLst>
          </p:cNvPr>
          <p:cNvSpPr>
            <a:spLocks xmlns:a="http://schemas.openxmlformats.org/drawingml/2006/main" noGrp="1"/>
          </p:cNvSpPr>
          <p:nvPr/>
        </p:nvSpPr>
        <p:spPr>
          <a:xfrm xmlns:a="http://schemas.openxmlformats.org/drawingml/2006/main">
            <a:off x="3143250" y="2038350"/>
            <a:ext cx="1809750" cy="419100"/>
          </a:xfrm>
          <a:prstGeom xmlns:a="http://schemas.openxmlformats.org/drawingml/2006/main" prst="rect">
            <a:avLst/>
          </a:prstGeom>
          <a:solidFill xmlns:a="http://schemas.openxmlformats.org/drawingml/2006/main">
            <a:srgbClr val="0F1B2A"/>
          </a:solidFill>
          <a:ln xmlns:a="http://schemas.openxmlformats.org/drawingml/2006/main" w="0">
            <a:solidFill>
              <a:srgbClr val="000000">
                <a:alpha val="0"/>
              </a:srgbClr>
            </a:solidFill>
            <a:prstDash val="solid"/>
          </a:ln>
        </p:spPr>
      </p:sp>
      <p:sp>
        <p:nvSpPr>
          <p:cNvPr id="8" name="">
            <a:extLst xmlns:a="http://schemas.openxmlformats.org/drawingml/2006/main">
              <a:ext uri="{FF2B5EF4-FFF2-40B4-BE49-F238E27FC236}">
                <a16:creationId xmlns:a16="http://schemas.microsoft.com/office/drawing/2014/main" id="{8A58E498-1E4D-493F-966D-5FF81A1C86A1}"/>
              </a:ext>
            </a:extLst>
          </p:cNvPr>
          <p:cNvSpPr>
            <a:spLocks xmlns:a="http://schemas.openxmlformats.org/drawingml/2006/main" noGrp="1"/>
          </p:cNvSpPr>
          <p:nvPr/>
        </p:nvSpPr>
        <p:spPr>
          <a:xfrm xmlns:a="http://schemas.openxmlformats.org/drawingml/2006/main">
            <a:off x="3276600" y="2171700"/>
            <a:ext cx="1543050" cy="1333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1">
                <a:solidFill>
                  <a:srgbClr val="FFFFFF"/>
                </a:solidFill>
                <a:latin typeface="Arial"/>
                <a:ea typeface="Arial"/>
                <a:cs typeface="Arial"/>
              </a:defRPr>
            </a:pPr>
            <a:r>
              <a:rPr sz="825" b="1">
                <a:solidFill>
                  <a:srgbClr val="FFFFFF"/>
                </a:solidFill>
                <a:latin typeface="Arial"/>
                <a:ea typeface="Arial"/>
                <a:cs typeface="Arial"/>
              </a:rPr>
              <a:t>Lưu ở đâu</a:t>
            </a:r>
          </a:p>
        </p:txBody>
      </p:sp>
      <p:sp>
        <p:nvSpPr>
          <p:cNvPr id="9" name="">
            <a:extLst xmlns:a="http://schemas.openxmlformats.org/drawingml/2006/main">
              <a:ext uri="{FF2B5EF4-FFF2-40B4-BE49-F238E27FC236}">
                <a16:creationId xmlns:a16="http://schemas.microsoft.com/office/drawing/2014/main" id="{2456DA28-37F0-495D-8555-BD3C7EF22CA9}"/>
              </a:ext>
            </a:extLst>
          </p:cNvPr>
          <p:cNvSpPr>
            <a:spLocks xmlns:a="http://schemas.openxmlformats.org/drawingml/2006/main" noGrp="1"/>
          </p:cNvSpPr>
          <p:nvPr/>
        </p:nvSpPr>
        <p:spPr>
          <a:xfrm xmlns:a="http://schemas.openxmlformats.org/drawingml/2006/main">
            <a:off x="5429250" y="2038350"/>
            <a:ext cx="2381250" cy="419100"/>
          </a:xfrm>
          <a:prstGeom xmlns:a="http://schemas.openxmlformats.org/drawingml/2006/main" prst="rect">
            <a:avLst/>
          </a:prstGeom>
          <a:solidFill xmlns:a="http://schemas.openxmlformats.org/drawingml/2006/main">
            <a:srgbClr val="0F1B2A"/>
          </a:solidFill>
          <a:ln xmlns:a="http://schemas.openxmlformats.org/drawingml/2006/main" w="0">
            <a:solidFill>
              <a:srgbClr val="000000">
                <a:alpha val="0"/>
              </a:srgbClr>
            </a:solidFill>
            <a:prstDash val="solid"/>
          </a:ln>
        </p:spPr>
      </p:sp>
      <p:sp>
        <p:nvSpPr>
          <p:cNvPr id="10" name="">
            <a:extLst xmlns:a="http://schemas.openxmlformats.org/drawingml/2006/main">
              <a:ext uri="{FF2B5EF4-FFF2-40B4-BE49-F238E27FC236}">
                <a16:creationId xmlns:a16="http://schemas.microsoft.com/office/drawing/2014/main" id="{40024C6F-C5E2-48D6-A50E-02324E6F05FF}"/>
              </a:ext>
            </a:extLst>
          </p:cNvPr>
          <p:cNvSpPr>
            <a:spLocks xmlns:a="http://schemas.openxmlformats.org/drawingml/2006/main" noGrp="1"/>
          </p:cNvSpPr>
          <p:nvPr/>
        </p:nvSpPr>
        <p:spPr>
          <a:xfrm xmlns:a="http://schemas.openxmlformats.org/drawingml/2006/main">
            <a:off x="5562600" y="2171700"/>
            <a:ext cx="2114550" cy="1333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1">
                <a:solidFill>
                  <a:srgbClr val="FFFFFF"/>
                </a:solidFill>
                <a:latin typeface="Arial"/>
                <a:ea typeface="Arial"/>
                <a:cs typeface="Arial"/>
              </a:defRPr>
            </a:pPr>
            <a:r>
              <a:rPr sz="825" b="1">
                <a:solidFill>
                  <a:srgbClr val="FFFFFF"/>
                </a:solidFill>
                <a:latin typeface="Arial"/>
                <a:ea typeface="Arial"/>
                <a:cs typeface="Arial"/>
              </a:rPr>
              <a:t>Dùng để làm gì</a:t>
            </a:r>
          </a:p>
        </p:txBody>
      </p:sp>
      <p:sp>
        <p:nvSpPr>
          <p:cNvPr id="11" name="">
            <a:extLst xmlns:a="http://schemas.openxmlformats.org/drawingml/2006/main">
              <a:ext uri="{FF2B5EF4-FFF2-40B4-BE49-F238E27FC236}">
                <a16:creationId xmlns:a16="http://schemas.microsoft.com/office/drawing/2014/main" id="{26CE9336-DBC2-4C5D-BEA6-D27C417E7793}"/>
              </a:ext>
            </a:extLst>
          </p:cNvPr>
          <p:cNvSpPr>
            <a:spLocks xmlns:a="http://schemas.openxmlformats.org/drawingml/2006/main" noGrp="1"/>
          </p:cNvSpPr>
          <p:nvPr/>
        </p:nvSpPr>
        <p:spPr>
          <a:xfrm xmlns:a="http://schemas.openxmlformats.org/drawingml/2006/main">
            <a:off x="8286750" y="2038350"/>
            <a:ext cx="2190750" cy="419100"/>
          </a:xfrm>
          <a:prstGeom xmlns:a="http://schemas.openxmlformats.org/drawingml/2006/main" prst="rect">
            <a:avLst/>
          </a:prstGeom>
          <a:solidFill xmlns:a="http://schemas.openxmlformats.org/drawingml/2006/main">
            <a:srgbClr val="0F1B2A"/>
          </a:solidFill>
          <a:ln xmlns:a="http://schemas.openxmlformats.org/drawingml/2006/main" w="0">
            <a:solidFill>
              <a:srgbClr val="000000">
                <a:alpha val="0"/>
              </a:srgbClr>
            </a:solidFill>
            <a:prstDash val="solid"/>
          </a:ln>
        </p:spPr>
      </p:sp>
      <p:sp>
        <p:nvSpPr>
          <p:cNvPr id="12" name="">
            <a:extLst xmlns:a="http://schemas.openxmlformats.org/drawingml/2006/main">
              <a:ext uri="{FF2B5EF4-FFF2-40B4-BE49-F238E27FC236}">
                <a16:creationId xmlns:a16="http://schemas.microsoft.com/office/drawing/2014/main" id="{927FEBEE-BFBA-4BDB-9480-F060E203D7E8}"/>
              </a:ext>
            </a:extLst>
          </p:cNvPr>
          <p:cNvSpPr>
            <a:spLocks xmlns:a="http://schemas.openxmlformats.org/drawingml/2006/main" noGrp="1"/>
          </p:cNvSpPr>
          <p:nvPr/>
        </p:nvSpPr>
        <p:spPr>
          <a:xfrm xmlns:a="http://schemas.openxmlformats.org/drawingml/2006/main">
            <a:off x="8420100" y="2171700"/>
            <a:ext cx="1924050" cy="1333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1">
                <a:solidFill>
                  <a:srgbClr val="FFFFFF"/>
                </a:solidFill>
                <a:latin typeface="Arial"/>
                <a:ea typeface="Arial"/>
                <a:cs typeface="Arial"/>
              </a:defRPr>
            </a:pPr>
            <a:r>
              <a:rPr sz="825" b="1">
                <a:solidFill>
                  <a:srgbClr val="FFFFFF"/>
                </a:solidFill>
                <a:latin typeface="Arial"/>
                <a:ea typeface="Arial"/>
                <a:cs typeface="Arial"/>
              </a:rPr>
              <a:t>Kiểm soát</a:t>
            </a:r>
          </a:p>
        </p:txBody>
      </p:sp>
      <p:sp>
        <p:nvSpPr>
          <p:cNvPr id="13" name="">
            <a:extLst xmlns:a="http://schemas.openxmlformats.org/drawingml/2006/main">
              <a:ext uri="{FF2B5EF4-FFF2-40B4-BE49-F238E27FC236}">
                <a16:creationId xmlns:a16="http://schemas.microsoft.com/office/drawing/2014/main" id="{1592AE69-494D-47AC-AFB9-87D68F48ADC8}"/>
              </a:ext>
            </a:extLst>
          </p:cNvPr>
          <p:cNvSpPr>
            <a:spLocks xmlns:a="http://schemas.openxmlformats.org/drawingml/2006/main" noGrp="1"/>
          </p:cNvSpPr>
          <p:nvPr/>
        </p:nvSpPr>
        <p:spPr>
          <a:xfrm xmlns:a="http://schemas.openxmlformats.org/drawingml/2006/main">
            <a:off x="685800" y="2571750"/>
            <a:ext cx="2095500" cy="552450"/>
          </a:xfrm>
          <a:prstGeom xmlns:a="http://schemas.openxmlformats.org/drawingml/2006/main" prst="rect">
            <a:avLst/>
          </a:prstGeom>
          <a:solidFill xmlns:a="http://schemas.openxmlformats.org/drawingml/2006/main">
            <a:srgbClr val="F1E8DA"/>
          </a:solidFill>
          <a:ln xmlns:a="http://schemas.openxmlformats.org/drawingml/2006/main" w="9525">
            <a:solidFill>
              <a:srgbClr val="D8CDBD"/>
            </a:solidFill>
            <a:prstDash val="solid"/>
          </a:ln>
        </p:spPr>
      </p:sp>
      <p:sp>
        <p:nvSpPr>
          <p:cNvPr id="14" name="">
            <a:extLst xmlns:a="http://schemas.openxmlformats.org/drawingml/2006/main">
              <a:ext uri="{FF2B5EF4-FFF2-40B4-BE49-F238E27FC236}">
                <a16:creationId xmlns:a16="http://schemas.microsoft.com/office/drawing/2014/main" id="{B9E5734D-962A-4609-A476-0585D3E38C51}"/>
              </a:ext>
            </a:extLst>
          </p:cNvPr>
          <p:cNvSpPr>
            <a:spLocks xmlns:a="http://schemas.openxmlformats.org/drawingml/2006/main" noGrp="1"/>
          </p:cNvSpPr>
          <p:nvPr/>
        </p:nvSpPr>
        <p:spPr>
          <a:xfrm xmlns:a="http://schemas.openxmlformats.org/drawingml/2006/main">
            <a:off x="819150" y="2705100"/>
            <a:ext cx="1828800" cy="2476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00" b="1">
                <a:solidFill>
                  <a:srgbClr val="12212F"/>
                </a:solidFill>
                <a:latin typeface="Arial"/>
                <a:ea typeface="Arial"/>
                <a:cs typeface="Arial"/>
              </a:defRPr>
            </a:pPr>
            <a:r>
              <a:rPr sz="900" b="1">
                <a:solidFill>
                  <a:srgbClr val="12212F"/>
                </a:solidFill>
                <a:latin typeface="Arial"/>
                <a:ea typeface="Arial"/>
                <a:cs typeface="Arial"/>
              </a:rPr>
              <a:t>tourProgress</a:t>
            </a:r>
          </a:p>
        </p:txBody>
      </p:sp>
      <p:sp>
        <p:nvSpPr>
          <p:cNvPr id="15" name="">
            <a:extLst xmlns:a="http://schemas.openxmlformats.org/drawingml/2006/main">
              <a:ext uri="{FF2B5EF4-FFF2-40B4-BE49-F238E27FC236}">
                <a16:creationId xmlns:a16="http://schemas.microsoft.com/office/drawing/2014/main" id="{B8163C7A-F95F-4A7A-B9E8-9248789E672A}"/>
              </a:ext>
            </a:extLst>
          </p:cNvPr>
          <p:cNvSpPr>
            <a:spLocks xmlns:a="http://schemas.openxmlformats.org/drawingml/2006/main" noGrp="1"/>
          </p:cNvSpPr>
          <p:nvPr/>
        </p:nvSpPr>
        <p:spPr>
          <a:xfrm xmlns:a="http://schemas.openxmlformats.org/drawingml/2006/main">
            <a:off x="3143250" y="2571750"/>
            <a:ext cx="1809750" cy="552450"/>
          </a:xfrm>
          <a:prstGeom xmlns:a="http://schemas.openxmlformats.org/drawingml/2006/main" prst="rect">
            <a:avLst/>
          </a:prstGeom>
          <a:solidFill xmlns:a="http://schemas.openxmlformats.org/drawingml/2006/main">
            <a:srgbClr val="F1E8DA"/>
          </a:solidFill>
          <a:ln xmlns:a="http://schemas.openxmlformats.org/drawingml/2006/main" w="9525">
            <a:solidFill>
              <a:srgbClr val="D8CDBD"/>
            </a:solidFill>
            <a:prstDash val="solid"/>
          </a:ln>
        </p:spPr>
      </p:sp>
      <p:sp>
        <p:nvSpPr>
          <p:cNvPr id="16" name="">
            <a:extLst xmlns:a="http://schemas.openxmlformats.org/drawingml/2006/main">
              <a:ext uri="{FF2B5EF4-FFF2-40B4-BE49-F238E27FC236}">
                <a16:creationId xmlns:a16="http://schemas.microsoft.com/office/drawing/2014/main" id="{E091495F-30B9-4C51-BF0E-DDA936B317F0}"/>
              </a:ext>
            </a:extLst>
          </p:cNvPr>
          <p:cNvSpPr>
            <a:spLocks xmlns:a="http://schemas.openxmlformats.org/drawingml/2006/main" noGrp="1"/>
          </p:cNvSpPr>
          <p:nvPr/>
        </p:nvSpPr>
        <p:spPr>
          <a:xfrm xmlns:a="http://schemas.openxmlformats.org/drawingml/2006/main">
            <a:off x="3276600" y="2705100"/>
            <a:ext cx="1543050" cy="2476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88" b="0">
                <a:solidFill>
                  <a:srgbClr val="607080"/>
                </a:solidFill>
                <a:latin typeface="Arial"/>
                <a:ea typeface="Arial"/>
                <a:cs typeface="Arial"/>
              </a:defRPr>
            </a:pPr>
            <a:r>
              <a:rPr sz="788" b="0">
                <a:solidFill>
                  <a:srgbClr val="607080"/>
                </a:solidFill>
                <a:latin typeface="Arial"/>
                <a:ea typeface="Arial"/>
                <a:cs typeface="Arial"/>
              </a:rPr>
              <a:t>Firestore</a:t>
            </a:r>
          </a:p>
        </p:txBody>
      </p:sp>
      <p:sp>
        <p:nvSpPr>
          <p:cNvPr id="17" name="">
            <a:extLst xmlns:a="http://schemas.openxmlformats.org/drawingml/2006/main">
              <a:ext uri="{FF2B5EF4-FFF2-40B4-BE49-F238E27FC236}">
                <a16:creationId xmlns:a16="http://schemas.microsoft.com/office/drawing/2014/main" id="{0EC4C110-A3E0-4665-8DBB-E144DEE2CA7D}"/>
              </a:ext>
            </a:extLst>
          </p:cNvPr>
          <p:cNvSpPr>
            <a:spLocks xmlns:a="http://schemas.openxmlformats.org/drawingml/2006/main" noGrp="1"/>
          </p:cNvSpPr>
          <p:nvPr/>
        </p:nvSpPr>
        <p:spPr>
          <a:xfrm xmlns:a="http://schemas.openxmlformats.org/drawingml/2006/main">
            <a:off x="5429250" y="2571750"/>
            <a:ext cx="2381250" cy="552450"/>
          </a:xfrm>
          <a:prstGeom xmlns:a="http://schemas.openxmlformats.org/drawingml/2006/main" prst="rect">
            <a:avLst/>
          </a:prstGeom>
          <a:solidFill xmlns:a="http://schemas.openxmlformats.org/drawingml/2006/main">
            <a:srgbClr val="F1E8DA"/>
          </a:solidFill>
          <a:ln xmlns:a="http://schemas.openxmlformats.org/drawingml/2006/main" w="9525">
            <a:solidFill>
              <a:srgbClr val="D8CDBD"/>
            </a:solidFill>
            <a:prstDash val="solid"/>
          </a:ln>
        </p:spPr>
      </p:sp>
      <p:sp>
        <p:nvSpPr>
          <p:cNvPr id="18" name="">
            <a:extLst xmlns:a="http://schemas.openxmlformats.org/drawingml/2006/main">
              <a:ext uri="{FF2B5EF4-FFF2-40B4-BE49-F238E27FC236}">
                <a16:creationId xmlns:a16="http://schemas.microsoft.com/office/drawing/2014/main" id="{C531FF61-B740-40CD-89D8-7457FAA0CF90}"/>
              </a:ext>
            </a:extLst>
          </p:cNvPr>
          <p:cNvSpPr>
            <a:spLocks xmlns:a="http://schemas.openxmlformats.org/drawingml/2006/main" noGrp="1"/>
          </p:cNvSpPr>
          <p:nvPr/>
        </p:nvSpPr>
        <p:spPr>
          <a:xfrm xmlns:a="http://schemas.openxmlformats.org/drawingml/2006/main">
            <a:off x="5562600" y="2705100"/>
            <a:ext cx="2114550" cy="2476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88" b="0">
                <a:solidFill>
                  <a:srgbClr val="607080"/>
                </a:solidFill>
                <a:latin typeface="Arial"/>
                <a:ea typeface="Arial"/>
                <a:cs typeface="Arial"/>
              </a:defRPr>
            </a:pPr>
            <a:r>
              <a:rPr sz="788" b="0">
                <a:solidFill>
                  <a:srgbClr val="607080"/>
                </a:solidFill>
                <a:latin typeface="Arial"/>
                <a:ea typeface="Arial"/>
                <a:cs typeface="Arial"/>
              </a:rPr>
              <a:t>Tiếp tục tour, mở khóa chặng</a:t>
            </a:r>
          </a:p>
        </p:txBody>
      </p:sp>
      <p:sp>
        <p:nvSpPr>
          <p:cNvPr id="19" name="">
            <a:extLst xmlns:a="http://schemas.openxmlformats.org/drawingml/2006/main">
              <a:ext uri="{FF2B5EF4-FFF2-40B4-BE49-F238E27FC236}">
                <a16:creationId xmlns:a16="http://schemas.microsoft.com/office/drawing/2014/main" id="{9E7E1FBE-C357-47C7-9CE0-0205A64E7F21}"/>
              </a:ext>
            </a:extLst>
          </p:cNvPr>
          <p:cNvSpPr>
            <a:spLocks xmlns:a="http://schemas.openxmlformats.org/drawingml/2006/main" noGrp="1"/>
          </p:cNvSpPr>
          <p:nvPr/>
        </p:nvSpPr>
        <p:spPr>
          <a:xfrm xmlns:a="http://schemas.openxmlformats.org/drawingml/2006/main">
            <a:off x="8286750" y="2571750"/>
            <a:ext cx="2190750" cy="552450"/>
          </a:xfrm>
          <a:prstGeom xmlns:a="http://schemas.openxmlformats.org/drawingml/2006/main" prst="rect">
            <a:avLst/>
          </a:prstGeom>
          <a:solidFill xmlns:a="http://schemas.openxmlformats.org/drawingml/2006/main">
            <a:srgbClr val="F1E8DA"/>
          </a:solidFill>
          <a:ln xmlns:a="http://schemas.openxmlformats.org/drawingml/2006/main" w="9525">
            <a:solidFill>
              <a:srgbClr val="D8CDBD"/>
            </a:solidFill>
            <a:prstDash val="solid"/>
          </a:ln>
        </p:spPr>
      </p:sp>
      <p:sp>
        <p:nvSpPr>
          <p:cNvPr id="20" name="">
            <a:extLst xmlns:a="http://schemas.openxmlformats.org/drawingml/2006/main">
              <a:ext uri="{FF2B5EF4-FFF2-40B4-BE49-F238E27FC236}">
                <a16:creationId xmlns:a16="http://schemas.microsoft.com/office/drawing/2014/main" id="{DB80222C-6D82-4BCB-A9A1-66F81284C065}"/>
              </a:ext>
            </a:extLst>
          </p:cNvPr>
          <p:cNvSpPr>
            <a:spLocks xmlns:a="http://schemas.openxmlformats.org/drawingml/2006/main" noGrp="1"/>
          </p:cNvSpPr>
          <p:nvPr/>
        </p:nvSpPr>
        <p:spPr>
          <a:xfrm xmlns:a="http://schemas.openxmlformats.org/drawingml/2006/main">
            <a:off x="8420100" y="2705100"/>
            <a:ext cx="1924050" cy="2476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88" b="0">
                <a:solidFill>
                  <a:srgbClr val="607080"/>
                </a:solidFill>
                <a:latin typeface="Arial"/>
                <a:ea typeface="Arial"/>
                <a:cs typeface="Arial"/>
              </a:defRPr>
            </a:pPr>
            <a:r>
              <a:rPr sz="788" b="0">
                <a:solidFill>
                  <a:srgbClr val="607080"/>
                </a:solidFill>
                <a:latin typeface="Arial"/>
                <a:ea typeface="Arial"/>
                <a:cs typeface="Arial"/>
              </a:rPr>
              <a:t>User chỉ ghi dữ liệu của mình</a:t>
            </a:r>
          </a:p>
        </p:txBody>
      </p:sp>
      <p:sp>
        <p:nvSpPr>
          <p:cNvPr id="21" name="">
            <a:extLst xmlns:a="http://schemas.openxmlformats.org/drawingml/2006/main">
              <a:ext uri="{FF2B5EF4-FFF2-40B4-BE49-F238E27FC236}">
                <a16:creationId xmlns:a16="http://schemas.microsoft.com/office/drawing/2014/main" id="{42EAA026-A30F-4F1A-8896-DF0BE74148DC}"/>
              </a:ext>
            </a:extLst>
          </p:cNvPr>
          <p:cNvSpPr>
            <a:spLocks xmlns:a="http://schemas.openxmlformats.org/drawingml/2006/main" noGrp="1"/>
          </p:cNvSpPr>
          <p:nvPr/>
        </p:nvSpPr>
        <p:spPr>
          <a:xfrm xmlns:a="http://schemas.openxmlformats.org/drawingml/2006/main">
            <a:off x="685800" y="3295650"/>
            <a:ext cx="2095500" cy="552450"/>
          </a:xfrm>
          <a:prstGeom xmlns:a="http://schemas.openxmlformats.org/drawingml/2006/main" prst="rect">
            <a:avLst/>
          </a:prstGeom>
          <a:solidFill xmlns:a="http://schemas.openxmlformats.org/drawingml/2006/main">
            <a:srgbClr val="FFFFFF"/>
          </a:solidFill>
          <a:ln xmlns:a="http://schemas.openxmlformats.org/drawingml/2006/main" w="9525">
            <a:solidFill>
              <a:srgbClr val="D8CDBD"/>
            </a:solidFill>
            <a:prstDash val="solid"/>
          </a:ln>
        </p:spPr>
      </p:sp>
      <p:sp>
        <p:nvSpPr>
          <p:cNvPr id="22" name="">
            <a:extLst xmlns:a="http://schemas.openxmlformats.org/drawingml/2006/main">
              <a:ext uri="{FF2B5EF4-FFF2-40B4-BE49-F238E27FC236}">
                <a16:creationId xmlns:a16="http://schemas.microsoft.com/office/drawing/2014/main" id="{D3539EF2-65BE-4D58-9BDD-1FA5D8862008}"/>
              </a:ext>
            </a:extLst>
          </p:cNvPr>
          <p:cNvSpPr>
            <a:spLocks xmlns:a="http://schemas.openxmlformats.org/drawingml/2006/main" noGrp="1"/>
          </p:cNvSpPr>
          <p:nvPr/>
        </p:nvSpPr>
        <p:spPr>
          <a:xfrm xmlns:a="http://schemas.openxmlformats.org/drawingml/2006/main">
            <a:off x="819150" y="3429000"/>
            <a:ext cx="1828800" cy="2476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00" b="1">
                <a:solidFill>
                  <a:srgbClr val="12212F"/>
                </a:solidFill>
                <a:latin typeface="Arial"/>
                <a:ea typeface="Arial"/>
                <a:cs typeface="Arial"/>
              </a:defRPr>
            </a:pPr>
            <a:r>
              <a:rPr sz="900" b="1">
                <a:solidFill>
                  <a:srgbClr val="12212F"/>
                </a:solidFill>
                <a:latin typeface="Arial"/>
                <a:ea typeface="Arial"/>
                <a:cs typeface="Arial"/>
              </a:rPr>
              <a:t>guideChatHistories</a:t>
            </a:r>
          </a:p>
        </p:txBody>
      </p:sp>
      <p:sp>
        <p:nvSpPr>
          <p:cNvPr id="23" name="">
            <a:extLst xmlns:a="http://schemas.openxmlformats.org/drawingml/2006/main">
              <a:ext uri="{FF2B5EF4-FFF2-40B4-BE49-F238E27FC236}">
                <a16:creationId xmlns:a16="http://schemas.microsoft.com/office/drawing/2014/main" id="{99F8CE40-169E-4494-980A-3170C4CB1CB9}"/>
              </a:ext>
            </a:extLst>
          </p:cNvPr>
          <p:cNvSpPr>
            <a:spLocks xmlns:a="http://schemas.openxmlformats.org/drawingml/2006/main" noGrp="1"/>
          </p:cNvSpPr>
          <p:nvPr/>
        </p:nvSpPr>
        <p:spPr>
          <a:xfrm xmlns:a="http://schemas.openxmlformats.org/drawingml/2006/main">
            <a:off x="3143250" y="3295650"/>
            <a:ext cx="1809750" cy="552450"/>
          </a:xfrm>
          <a:prstGeom xmlns:a="http://schemas.openxmlformats.org/drawingml/2006/main" prst="rect">
            <a:avLst/>
          </a:prstGeom>
          <a:solidFill xmlns:a="http://schemas.openxmlformats.org/drawingml/2006/main">
            <a:srgbClr val="FFFFFF"/>
          </a:solidFill>
          <a:ln xmlns:a="http://schemas.openxmlformats.org/drawingml/2006/main" w="9525">
            <a:solidFill>
              <a:srgbClr val="D8CDBD"/>
            </a:solidFill>
            <a:prstDash val="solid"/>
          </a:ln>
        </p:spPr>
      </p:sp>
      <p:sp>
        <p:nvSpPr>
          <p:cNvPr id="24" name="">
            <a:extLst xmlns:a="http://schemas.openxmlformats.org/drawingml/2006/main">
              <a:ext uri="{FF2B5EF4-FFF2-40B4-BE49-F238E27FC236}">
                <a16:creationId xmlns:a16="http://schemas.microsoft.com/office/drawing/2014/main" id="{FAC6A751-232C-41D4-8F90-84D258557039}"/>
              </a:ext>
            </a:extLst>
          </p:cNvPr>
          <p:cNvSpPr>
            <a:spLocks xmlns:a="http://schemas.openxmlformats.org/drawingml/2006/main" noGrp="1"/>
          </p:cNvSpPr>
          <p:nvPr/>
        </p:nvSpPr>
        <p:spPr>
          <a:xfrm xmlns:a="http://schemas.openxmlformats.org/drawingml/2006/main">
            <a:off x="3276600" y="3429000"/>
            <a:ext cx="1543050" cy="2476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88" b="0">
                <a:solidFill>
                  <a:srgbClr val="607080"/>
                </a:solidFill>
                <a:latin typeface="Arial"/>
                <a:ea typeface="Arial"/>
                <a:cs typeface="Arial"/>
              </a:defRPr>
            </a:pPr>
            <a:r>
              <a:rPr sz="788" b="0">
                <a:solidFill>
                  <a:srgbClr val="607080"/>
                </a:solidFill>
                <a:latin typeface="Arial"/>
                <a:ea typeface="Arial"/>
                <a:cs typeface="Arial"/>
              </a:rPr>
              <a:t>Firestore + localStorage</a:t>
            </a:r>
          </a:p>
        </p:txBody>
      </p:sp>
      <p:sp>
        <p:nvSpPr>
          <p:cNvPr id="25" name="">
            <a:extLst xmlns:a="http://schemas.openxmlformats.org/drawingml/2006/main">
              <a:ext uri="{FF2B5EF4-FFF2-40B4-BE49-F238E27FC236}">
                <a16:creationId xmlns:a16="http://schemas.microsoft.com/office/drawing/2014/main" id="{B4129907-350A-4A90-AA0E-13621CDFC62B}"/>
              </a:ext>
            </a:extLst>
          </p:cNvPr>
          <p:cNvSpPr>
            <a:spLocks xmlns:a="http://schemas.openxmlformats.org/drawingml/2006/main" noGrp="1"/>
          </p:cNvSpPr>
          <p:nvPr/>
        </p:nvSpPr>
        <p:spPr>
          <a:xfrm xmlns:a="http://schemas.openxmlformats.org/drawingml/2006/main">
            <a:off x="5429250" y="3295650"/>
            <a:ext cx="2381250" cy="552450"/>
          </a:xfrm>
          <a:prstGeom xmlns:a="http://schemas.openxmlformats.org/drawingml/2006/main" prst="rect">
            <a:avLst/>
          </a:prstGeom>
          <a:solidFill xmlns:a="http://schemas.openxmlformats.org/drawingml/2006/main">
            <a:srgbClr val="FFFFFF"/>
          </a:solidFill>
          <a:ln xmlns:a="http://schemas.openxmlformats.org/drawingml/2006/main" w="9525">
            <a:solidFill>
              <a:srgbClr val="D8CDBD"/>
            </a:solidFill>
            <a:prstDash val="solid"/>
          </a:ln>
        </p:spPr>
      </p:sp>
      <p:sp>
        <p:nvSpPr>
          <p:cNvPr id="26" name="">
            <a:extLst xmlns:a="http://schemas.openxmlformats.org/drawingml/2006/main">
              <a:ext uri="{FF2B5EF4-FFF2-40B4-BE49-F238E27FC236}">
                <a16:creationId xmlns:a16="http://schemas.microsoft.com/office/drawing/2014/main" id="{1B1E9DCD-E306-4BB9-9C88-0A647B9EC5CF}"/>
              </a:ext>
            </a:extLst>
          </p:cNvPr>
          <p:cNvSpPr>
            <a:spLocks xmlns:a="http://schemas.openxmlformats.org/drawingml/2006/main" noGrp="1"/>
          </p:cNvSpPr>
          <p:nvPr/>
        </p:nvSpPr>
        <p:spPr>
          <a:xfrm xmlns:a="http://schemas.openxmlformats.org/drawingml/2006/main">
            <a:off x="5562600" y="3429000"/>
            <a:ext cx="2114550" cy="2476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88" b="0">
                <a:solidFill>
                  <a:srgbClr val="607080"/>
                </a:solidFill>
                <a:latin typeface="Arial"/>
                <a:ea typeface="Arial"/>
                <a:cs typeface="Arial"/>
              </a:defRPr>
            </a:pPr>
            <a:r>
              <a:rPr sz="788" b="0">
                <a:solidFill>
                  <a:srgbClr val="607080"/>
                </a:solidFill>
                <a:latin typeface="Arial"/>
                <a:ea typeface="Arial"/>
                <a:cs typeface="Arial"/>
              </a:rPr>
              <a:t>Khôi phục hội thoại VKU Guide</a:t>
            </a:r>
          </a:p>
        </p:txBody>
      </p:sp>
      <p:sp>
        <p:nvSpPr>
          <p:cNvPr id="27" name="">
            <a:extLst xmlns:a="http://schemas.openxmlformats.org/drawingml/2006/main">
              <a:ext uri="{FF2B5EF4-FFF2-40B4-BE49-F238E27FC236}">
                <a16:creationId xmlns:a16="http://schemas.microsoft.com/office/drawing/2014/main" id="{DE9CB470-29AC-4A97-89B5-FC3F12B23406}"/>
              </a:ext>
            </a:extLst>
          </p:cNvPr>
          <p:cNvSpPr>
            <a:spLocks xmlns:a="http://schemas.openxmlformats.org/drawingml/2006/main" noGrp="1"/>
          </p:cNvSpPr>
          <p:nvPr/>
        </p:nvSpPr>
        <p:spPr>
          <a:xfrm xmlns:a="http://schemas.openxmlformats.org/drawingml/2006/main">
            <a:off x="8286750" y="3295650"/>
            <a:ext cx="2190750" cy="552450"/>
          </a:xfrm>
          <a:prstGeom xmlns:a="http://schemas.openxmlformats.org/drawingml/2006/main" prst="rect">
            <a:avLst/>
          </a:prstGeom>
          <a:solidFill xmlns:a="http://schemas.openxmlformats.org/drawingml/2006/main">
            <a:srgbClr val="FFFFFF"/>
          </a:solidFill>
          <a:ln xmlns:a="http://schemas.openxmlformats.org/drawingml/2006/main" w="9525">
            <a:solidFill>
              <a:srgbClr val="D8CDBD"/>
            </a:solidFill>
            <a:prstDash val="solid"/>
          </a:ln>
        </p:spPr>
      </p:sp>
      <p:sp>
        <p:nvSpPr>
          <p:cNvPr id="28" name="">
            <a:extLst xmlns:a="http://schemas.openxmlformats.org/drawingml/2006/main">
              <a:ext uri="{FF2B5EF4-FFF2-40B4-BE49-F238E27FC236}">
                <a16:creationId xmlns:a16="http://schemas.microsoft.com/office/drawing/2014/main" id="{4782BEC8-4FFE-49A1-94FD-9F08A2C864AF}"/>
              </a:ext>
            </a:extLst>
          </p:cNvPr>
          <p:cNvSpPr>
            <a:spLocks xmlns:a="http://schemas.openxmlformats.org/drawingml/2006/main" noGrp="1"/>
          </p:cNvSpPr>
          <p:nvPr/>
        </p:nvSpPr>
        <p:spPr>
          <a:xfrm xmlns:a="http://schemas.openxmlformats.org/drawingml/2006/main">
            <a:off x="8420100" y="3429000"/>
            <a:ext cx="1924050" cy="2476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88" b="0">
                <a:solidFill>
                  <a:srgbClr val="607080"/>
                </a:solidFill>
                <a:latin typeface="Arial"/>
                <a:ea typeface="Arial"/>
                <a:cs typeface="Arial"/>
              </a:defRPr>
            </a:pPr>
            <a:r>
              <a:rPr sz="788" b="0">
                <a:solidFill>
                  <a:srgbClr val="607080"/>
                </a:solidFill>
                <a:latin typeface="Arial"/>
                <a:ea typeface="Arial"/>
                <a:cs typeface="Arial"/>
              </a:rPr>
              <a:t>Tối đa 80 tin, theo UID</a:t>
            </a:r>
          </a:p>
        </p:txBody>
      </p:sp>
      <p:sp>
        <p:nvSpPr>
          <p:cNvPr id="29" name="">
            <a:extLst xmlns:a="http://schemas.openxmlformats.org/drawingml/2006/main">
              <a:ext uri="{FF2B5EF4-FFF2-40B4-BE49-F238E27FC236}">
                <a16:creationId xmlns:a16="http://schemas.microsoft.com/office/drawing/2014/main" id="{4EDDB45D-0A88-4994-9489-BDD62F2127D1}"/>
              </a:ext>
            </a:extLst>
          </p:cNvPr>
          <p:cNvSpPr>
            <a:spLocks xmlns:a="http://schemas.openxmlformats.org/drawingml/2006/main" noGrp="1"/>
          </p:cNvSpPr>
          <p:nvPr/>
        </p:nvSpPr>
        <p:spPr>
          <a:xfrm xmlns:a="http://schemas.openxmlformats.org/drawingml/2006/main">
            <a:off x="685800" y="4019550"/>
            <a:ext cx="2095500" cy="552450"/>
          </a:xfrm>
          <a:prstGeom xmlns:a="http://schemas.openxmlformats.org/drawingml/2006/main" prst="rect">
            <a:avLst/>
          </a:prstGeom>
          <a:solidFill xmlns:a="http://schemas.openxmlformats.org/drawingml/2006/main">
            <a:srgbClr val="F1E8DA"/>
          </a:solidFill>
          <a:ln xmlns:a="http://schemas.openxmlformats.org/drawingml/2006/main" w="9525">
            <a:solidFill>
              <a:srgbClr val="D8CDBD"/>
            </a:solidFill>
            <a:prstDash val="solid"/>
          </a:ln>
        </p:spPr>
      </p:sp>
      <p:sp>
        <p:nvSpPr>
          <p:cNvPr id="30" name="">
            <a:extLst xmlns:a="http://schemas.openxmlformats.org/drawingml/2006/main">
              <a:ext uri="{FF2B5EF4-FFF2-40B4-BE49-F238E27FC236}">
                <a16:creationId xmlns:a16="http://schemas.microsoft.com/office/drawing/2014/main" id="{035F814E-D69C-4E6B-BCEC-DDE157C9BD1D}"/>
              </a:ext>
            </a:extLst>
          </p:cNvPr>
          <p:cNvSpPr>
            <a:spLocks xmlns:a="http://schemas.openxmlformats.org/drawingml/2006/main" noGrp="1"/>
          </p:cNvSpPr>
          <p:nvPr/>
        </p:nvSpPr>
        <p:spPr>
          <a:xfrm xmlns:a="http://schemas.openxmlformats.org/drawingml/2006/main">
            <a:off x="819150" y="4152900"/>
            <a:ext cx="1828800" cy="2476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00" b="1">
                <a:solidFill>
                  <a:srgbClr val="12212F"/>
                </a:solidFill>
                <a:latin typeface="Arial"/>
                <a:ea typeface="Arial"/>
                <a:cs typeface="Arial"/>
              </a:defRPr>
            </a:pPr>
            <a:r>
              <a:rPr sz="900" b="1">
                <a:solidFill>
                  <a:srgbClr val="12212F"/>
                </a:solidFill>
                <a:latin typeface="Arial"/>
                <a:ea typeface="Arial"/>
                <a:cs typeface="Arial"/>
              </a:rPr>
              <a:t>moments / events</a:t>
            </a:r>
          </a:p>
        </p:txBody>
      </p:sp>
      <p:sp>
        <p:nvSpPr>
          <p:cNvPr id="31" name="">
            <a:extLst xmlns:a="http://schemas.openxmlformats.org/drawingml/2006/main">
              <a:ext uri="{FF2B5EF4-FFF2-40B4-BE49-F238E27FC236}">
                <a16:creationId xmlns:a16="http://schemas.microsoft.com/office/drawing/2014/main" id="{E1E93C63-AF8C-4220-BE59-7DB867B53DE8}"/>
              </a:ext>
            </a:extLst>
          </p:cNvPr>
          <p:cNvSpPr>
            <a:spLocks xmlns:a="http://schemas.openxmlformats.org/drawingml/2006/main" noGrp="1"/>
          </p:cNvSpPr>
          <p:nvPr/>
        </p:nvSpPr>
        <p:spPr>
          <a:xfrm xmlns:a="http://schemas.openxmlformats.org/drawingml/2006/main">
            <a:off x="3143250" y="4019550"/>
            <a:ext cx="1809750" cy="552450"/>
          </a:xfrm>
          <a:prstGeom xmlns:a="http://schemas.openxmlformats.org/drawingml/2006/main" prst="rect">
            <a:avLst/>
          </a:prstGeom>
          <a:solidFill xmlns:a="http://schemas.openxmlformats.org/drawingml/2006/main">
            <a:srgbClr val="F1E8DA"/>
          </a:solidFill>
          <a:ln xmlns:a="http://schemas.openxmlformats.org/drawingml/2006/main" w="9525">
            <a:solidFill>
              <a:srgbClr val="D8CDBD"/>
            </a:solidFill>
            <a:prstDash val="solid"/>
          </a:ln>
        </p:spPr>
      </p:sp>
      <p:sp>
        <p:nvSpPr>
          <p:cNvPr id="32" name="">
            <a:extLst xmlns:a="http://schemas.openxmlformats.org/drawingml/2006/main">
              <a:ext uri="{FF2B5EF4-FFF2-40B4-BE49-F238E27FC236}">
                <a16:creationId xmlns:a16="http://schemas.microsoft.com/office/drawing/2014/main" id="{AC689C72-F064-43D1-89BA-2DB8E1FE33FA}"/>
              </a:ext>
            </a:extLst>
          </p:cNvPr>
          <p:cNvSpPr>
            <a:spLocks xmlns:a="http://schemas.openxmlformats.org/drawingml/2006/main" noGrp="1"/>
          </p:cNvSpPr>
          <p:nvPr/>
        </p:nvSpPr>
        <p:spPr>
          <a:xfrm xmlns:a="http://schemas.openxmlformats.org/drawingml/2006/main">
            <a:off x="3276600" y="4152900"/>
            <a:ext cx="1543050" cy="2476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88" b="0">
                <a:solidFill>
                  <a:srgbClr val="607080"/>
                </a:solidFill>
                <a:latin typeface="Arial"/>
                <a:ea typeface="Arial"/>
                <a:cs typeface="Arial"/>
              </a:defRPr>
            </a:pPr>
            <a:r>
              <a:rPr sz="788" b="0">
                <a:solidFill>
                  <a:srgbClr val="607080"/>
                </a:solidFill>
                <a:latin typeface="Arial"/>
                <a:ea typeface="Arial"/>
                <a:cs typeface="Arial"/>
              </a:rPr>
              <a:t>Firestore + Storage</a:t>
            </a:r>
          </a:p>
        </p:txBody>
      </p:sp>
      <p:sp>
        <p:nvSpPr>
          <p:cNvPr id="33" name="">
            <a:extLst xmlns:a="http://schemas.openxmlformats.org/drawingml/2006/main">
              <a:ext uri="{FF2B5EF4-FFF2-40B4-BE49-F238E27FC236}">
                <a16:creationId xmlns:a16="http://schemas.microsoft.com/office/drawing/2014/main" id="{6D14F161-0A81-4556-B1A3-D5450F1227CF}"/>
              </a:ext>
            </a:extLst>
          </p:cNvPr>
          <p:cNvSpPr>
            <a:spLocks xmlns:a="http://schemas.openxmlformats.org/drawingml/2006/main" noGrp="1"/>
          </p:cNvSpPr>
          <p:nvPr/>
        </p:nvSpPr>
        <p:spPr>
          <a:xfrm xmlns:a="http://schemas.openxmlformats.org/drawingml/2006/main">
            <a:off x="5429250" y="4019550"/>
            <a:ext cx="2381250" cy="552450"/>
          </a:xfrm>
          <a:prstGeom xmlns:a="http://schemas.openxmlformats.org/drawingml/2006/main" prst="rect">
            <a:avLst/>
          </a:prstGeom>
          <a:solidFill xmlns:a="http://schemas.openxmlformats.org/drawingml/2006/main">
            <a:srgbClr val="F1E8DA"/>
          </a:solidFill>
          <a:ln xmlns:a="http://schemas.openxmlformats.org/drawingml/2006/main" w="9525">
            <a:solidFill>
              <a:srgbClr val="D8CDBD"/>
            </a:solidFill>
            <a:prstDash val="solid"/>
          </a:ln>
        </p:spPr>
      </p:sp>
      <p:sp>
        <p:nvSpPr>
          <p:cNvPr id="34" name="">
            <a:extLst xmlns:a="http://schemas.openxmlformats.org/drawingml/2006/main">
              <a:ext uri="{FF2B5EF4-FFF2-40B4-BE49-F238E27FC236}">
                <a16:creationId xmlns:a16="http://schemas.microsoft.com/office/drawing/2014/main" id="{7D7CC763-6718-4AA6-9538-AED69C37F151}"/>
              </a:ext>
            </a:extLst>
          </p:cNvPr>
          <p:cNvSpPr>
            <a:spLocks xmlns:a="http://schemas.openxmlformats.org/drawingml/2006/main" noGrp="1"/>
          </p:cNvSpPr>
          <p:nvPr/>
        </p:nvSpPr>
        <p:spPr>
          <a:xfrm xmlns:a="http://schemas.openxmlformats.org/drawingml/2006/main">
            <a:off x="5562600" y="4152900"/>
            <a:ext cx="2114550" cy="2476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88" b="0">
                <a:solidFill>
                  <a:srgbClr val="607080"/>
                </a:solidFill>
                <a:latin typeface="Arial"/>
                <a:ea typeface="Arial"/>
                <a:cs typeface="Arial"/>
              </a:defRPr>
            </a:pPr>
            <a:r>
              <a:rPr sz="788" b="0">
                <a:solidFill>
                  <a:srgbClr val="607080"/>
                </a:solidFill>
                <a:latin typeface="Arial"/>
                <a:ea typeface="Arial"/>
                <a:cs typeface="Arial"/>
              </a:rPr>
              <a:t>Ảnh cộng đồng và sự kiện</a:t>
            </a:r>
          </a:p>
        </p:txBody>
      </p:sp>
      <p:sp>
        <p:nvSpPr>
          <p:cNvPr id="35" name="">
            <a:extLst xmlns:a="http://schemas.openxmlformats.org/drawingml/2006/main">
              <a:ext uri="{FF2B5EF4-FFF2-40B4-BE49-F238E27FC236}">
                <a16:creationId xmlns:a16="http://schemas.microsoft.com/office/drawing/2014/main" id="{8BBF4CC0-C644-423A-9E01-31C3FE848B6D}"/>
              </a:ext>
            </a:extLst>
          </p:cNvPr>
          <p:cNvSpPr>
            <a:spLocks xmlns:a="http://schemas.openxmlformats.org/drawingml/2006/main" noGrp="1"/>
          </p:cNvSpPr>
          <p:nvPr/>
        </p:nvSpPr>
        <p:spPr>
          <a:xfrm xmlns:a="http://schemas.openxmlformats.org/drawingml/2006/main">
            <a:off x="8286750" y="4019550"/>
            <a:ext cx="2190750" cy="552450"/>
          </a:xfrm>
          <a:prstGeom xmlns:a="http://schemas.openxmlformats.org/drawingml/2006/main" prst="rect">
            <a:avLst/>
          </a:prstGeom>
          <a:solidFill xmlns:a="http://schemas.openxmlformats.org/drawingml/2006/main">
            <a:srgbClr val="F1E8DA"/>
          </a:solidFill>
          <a:ln xmlns:a="http://schemas.openxmlformats.org/drawingml/2006/main" w="9525">
            <a:solidFill>
              <a:srgbClr val="D8CDBD"/>
            </a:solidFill>
            <a:prstDash val="solid"/>
          </a:ln>
        </p:spPr>
      </p:sp>
      <p:sp>
        <p:nvSpPr>
          <p:cNvPr id="36" name="">
            <a:extLst xmlns:a="http://schemas.openxmlformats.org/drawingml/2006/main">
              <a:ext uri="{FF2B5EF4-FFF2-40B4-BE49-F238E27FC236}">
                <a16:creationId xmlns:a16="http://schemas.microsoft.com/office/drawing/2014/main" id="{45064319-2238-4F9C-8639-081C2E731896}"/>
              </a:ext>
            </a:extLst>
          </p:cNvPr>
          <p:cNvSpPr>
            <a:spLocks xmlns:a="http://schemas.openxmlformats.org/drawingml/2006/main" noGrp="1"/>
          </p:cNvSpPr>
          <p:nvPr/>
        </p:nvSpPr>
        <p:spPr>
          <a:xfrm xmlns:a="http://schemas.openxmlformats.org/drawingml/2006/main">
            <a:off x="8420100" y="4152900"/>
            <a:ext cx="1924050" cy="2476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88" b="0">
                <a:solidFill>
                  <a:srgbClr val="607080"/>
                </a:solidFill>
                <a:latin typeface="Arial"/>
                <a:ea typeface="Arial"/>
                <a:cs typeface="Arial"/>
              </a:defRPr>
            </a:pPr>
            <a:r>
              <a:rPr sz="788" b="0">
                <a:solidFill>
                  <a:srgbClr val="607080"/>
                </a:solidFill>
                <a:latin typeface="Arial"/>
                <a:ea typeface="Arial"/>
                <a:cs typeface="Arial"/>
              </a:rPr>
              <a:t>Signed-in user + visibility</a:t>
            </a:r>
          </a:p>
        </p:txBody>
      </p:sp>
      <p:sp>
        <p:nvSpPr>
          <p:cNvPr id="37" name="">
            <a:extLst xmlns:a="http://schemas.openxmlformats.org/drawingml/2006/main">
              <a:ext uri="{FF2B5EF4-FFF2-40B4-BE49-F238E27FC236}">
                <a16:creationId xmlns:a16="http://schemas.microsoft.com/office/drawing/2014/main" id="{95F4E9E4-4673-4052-B7A7-93256488313B}"/>
              </a:ext>
            </a:extLst>
          </p:cNvPr>
          <p:cNvSpPr>
            <a:spLocks xmlns:a="http://schemas.openxmlformats.org/drawingml/2006/main" noGrp="1"/>
          </p:cNvSpPr>
          <p:nvPr/>
        </p:nvSpPr>
        <p:spPr>
          <a:xfrm xmlns:a="http://schemas.openxmlformats.org/drawingml/2006/main">
            <a:off x="685800" y="4743450"/>
            <a:ext cx="2095500" cy="552450"/>
          </a:xfrm>
          <a:prstGeom xmlns:a="http://schemas.openxmlformats.org/drawingml/2006/main" prst="rect">
            <a:avLst/>
          </a:prstGeom>
          <a:solidFill xmlns:a="http://schemas.openxmlformats.org/drawingml/2006/main">
            <a:srgbClr val="FFFFFF"/>
          </a:solidFill>
          <a:ln xmlns:a="http://schemas.openxmlformats.org/drawingml/2006/main" w="9525">
            <a:solidFill>
              <a:srgbClr val="D8CDBD"/>
            </a:solidFill>
            <a:prstDash val="solid"/>
          </a:ln>
        </p:spPr>
      </p:sp>
      <p:sp>
        <p:nvSpPr>
          <p:cNvPr id="38" name="">
            <a:extLst xmlns:a="http://schemas.openxmlformats.org/drawingml/2006/main">
              <a:ext uri="{FF2B5EF4-FFF2-40B4-BE49-F238E27FC236}">
                <a16:creationId xmlns:a16="http://schemas.microsoft.com/office/drawing/2014/main" id="{CD5D1C4D-8232-455F-AEFF-D9029783569E}"/>
              </a:ext>
            </a:extLst>
          </p:cNvPr>
          <p:cNvSpPr>
            <a:spLocks xmlns:a="http://schemas.openxmlformats.org/drawingml/2006/main" noGrp="1"/>
          </p:cNvSpPr>
          <p:nvPr/>
        </p:nvSpPr>
        <p:spPr>
          <a:xfrm xmlns:a="http://schemas.openxmlformats.org/drawingml/2006/main">
            <a:off x="819150" y="4876800"/>
            <a:ext cx="1828800" cy="2476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00" b="1">
                <a:solidFill>
                  <a:srgbClr val="12212F"/>
                </a:solidFill>
                <a:latin typeface="Arial"/>
                <a:ea typeface="Arial"/>
                <a:cs typeface="Arial"/>
              </a:defRPr>
            </a:pPr>
            <a:r>
              <a:rPr sz="900" b="1">
                <a:solidFill>
                  <a:srgbClr val="12212F"/>
                </a:solidFill>
                <a:latin typeface="Arial"/>
                <a:ea typeface="Arial"/>
                <a:cs typeface="Arial"/>
              </a:rPr>
              <a:t>avatars / route</a:t>
            </a:r>
          </a:p>
        </p:txBody>
      </p:sp>
      <p:sp>
        <p:nvSpPr>
          <p:cNvPr id="39" name="">
            <a:extLst xmlns:a="http://schemas.openxmlformats.org/drawingml/2006/main">
              <a:ext uri="{FF2B5EF4-FFF2-40B4-BE49-F238E27FC236}">
                <a16:creationId xmlns:a16="http://schemas.microsoft.com/office/drawing/2014/main" id="{01E822E4-3F9E-47FC-87C4-356EA724B4C7}"/>
              </a:ext>
            </a:extLst>
          </p:cNvPr>
          <p:cNvSpPr>
            <a:spLocks xmlns:a="http://schemas.openxmlformats.org/drawingml/2006/main" noGrp="1"/>
          </p:cNvSpPr>
          <p:nvPr/>
        </p:nvSpPr>
        <p:spPr>
          <a:xfrm xmlns:a="http://schemas.openxmlformats.org/drawingml/2006/main">
            <a:off x="3143250" y="4743450"/>
            <a:ext cx="1809750" cy="552450"/>
          </a:xfrm>
          <a:prstGeom xmlns:a="http://schemas.openxmlformats.org/drawingml/2006/main" prst="rect">
            <a:avLst/>
          </a:prstGeom>
          <a:solidFill xmlns:a="http://schemas.openxmlformats.org/drawingml/2006/main">
            <a:srgbClr val="FFFFFF"/>
          </a:solidFill>
          <a:ln xmlns:a="http://schemas.openxmlformats.org/drawingml/2006/main" w="9525">
            <a:solidFill>
              <a:srgbClr val="D8CDBD"/>
            </a:solidFill>
            <a:prstDash val="solid"/>
          </a:ln>
        </p:spPr>
      </p:sp>
      <p:sp>
        <p:nvSpPr>
          <p:cNvPr id="40" name="">
            <a:extLst xmlns:a="http://schemas.openxmlformats.org/drawingml/2006/main">
              <a:ext uri="{FF2B5EF4-FFF2-40B4-BE49-F238E27FC236}">
                <a16:creationId xmlns:a16="http://schemas.microsoft.com/office/drawing/2014/main" id="{34EF55FF-F409-49A8-8BB9-A728C7D9E02A}"/>
              </a:ext>
            </a:extLst>
          </p:cNvPr>
          <p:cNvSpPr>
            <a:spLocks xmlns:a="http://schemas.openxmlformats.org/drawingml/2006/main" noGrp="1"/>
          </p:cNvSpPr>
          <p:nvPr/>
        </p:nvSpPr>
        <p:spPr>
          <a:xfrm xmlns:a="http://schemas.openxmlformats.org/drawingml/2006/main">
            <a:off x="3276600" y="4876800"/>
            <a:ext cx="1543050" cy="2476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88" b="0">
                <a:solidFill>
                  <a:srgbClr val="607080"/>
                </a:solidFill>
                <a:latin typeface="Arial"/>
                <a:ea typeface="Arial"/>
                <a:cs typeface="Arial"/>
              </a:defRPr>
            </a:pPr>
            <a:r>
              <a:rPr sz="788" b="0">
                <a:solidFill>
                  <a:srgbClr val="607080"/>
                </a:solidFill>
                <a:latin typeface="Arial"/>
                <a:ea typeface="Arial"/>
                <a:cs typeface="Arial"/>
              </a:rPr>
              <a:t>data/*.js</a:t>
            </a:r>
          </a:p>
        </p:txBody>
      </p:sp>
      <p:sp>
        <p:nvSpPr>
          <p:cNvPr id="41" name="">
            <a:extLst xmlns:a="http://schemas.openxmlformats.org/drawingml/2006/main">
              <a:ext uri="{FF2B5EF4-FFF2-40B4-BE49-F238E27FC236}">
                <a16:creationId xmlns:a16="http://schemas.microsoft.com/office/drawing/2014/main" id="{F3F6A385-DC54-4C53-83C3-C66B366F9AA4}"/>
              </a:ext>
            </a:extLst>
          </p:cNvPr>
          <p:cNvSpPr>
            <a:spLocks xmlns:a="http://schemas.openxmlformats.org/drawingml/2006/main" noGrp="1"/>
          </p:cNvSpPr>
          <p:nvPr/>
        </p:nvSpPr>
        <p:spPr>
          <a:xfrm xmlns:a="http://schemas.openxmlformats.org/drawingml/2006/main">
            <a:off x="5429250" y="4743450"/>
            <a:ext cx="2381250" cy="552450"/>
          </a:xfrm>
          <a:prstGeom xmlns:a="http://schemas.openxmlformats.org/drawingml/2006/main" prst="rect">
            <a:avLst/>
          </a:prstGeom>
          <a:solidFill xmlns:a="http://schemas.openxmlformats.org/drawingml/2006/main">
            <a:srgbClr val="FFFFFF"/>
          </a:solidFill>
          <a:ln xmlns:a="http://schemas.openxmlformats.org/drawingml/2006/main" w="9525">
            <a:solidFill>
              <a:srgbClr val="D8CDBD"/>
            </a:solidFill>
            <a:prstDash val="solid"/>
          </a:ln>
        </p:spPr>
      </p:sp>
      <p:sp>
        <p:nvSpPr>
          <p:cNvPr id="42" name="">
            <a:extLst xmlns:a="http://schemas.openxmlformats.org/drawingml/2006/main">
              <a:ext uri="{FF2B5EF4-FFF2-40B4-BE49-F238E27FC236}">
                <a16:creationId xmlns:a16="http://schemas.microsoft.com/office/drawing/2014/main" id="{5110EE66-2002-41E4-B1FF-83F15E1816E2}"/>
              </a:ext>
            </a:extLst>
          </p:cNvPr>
          <p:cNvSpPr>
            <a:spLocks xmlns:a="http://schemas.openxmlformats.org/drawingml/2006/main" noGrp="1"/>
          </p:cNvSpPr>
          <p:nvPr/>
        </p:nvSpPr>
        <p:spPr>
          <a:xfrm xmlns:a="http://schemas.openxmlformats.org/drawingml/2006/main">
            <a:off x="5562600" y="4876800"/>
            <a:ext cx="2114550" cy="2476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88" b="0">
                <a:solidFill>
                  <a:srgbClr val="607080"/>
                </a:solidFill>
                <a:latin typeface="Arial"/>
                <a:ea typeface="Arial"/>
                <a:cs typeface="Arial"/>
              </a:defRPr>
            </a:pPr>
            <a:r>
              <a:rPr sz="788" b="0">
                <a:solidFill>
                  <a:srgbClr val="607080"/>
                </a:solidFill>
                <a:latin typeface="Arial"/>
                <a:ea typeface="Arial"/>
                <a:cs typeface="Arial"/>
              </a:rPr>
              <a:t>Dữ liệu tĩnh cho UI và hành trình</a:t>
            </a:r>
          </a:p>
        </p:txBody>
      </p:sp>
      <p:sp>
        <p:nvSpPr>
          <p:cNvPr id="43" name="">
            <a:extLst xmlns:a="http://schemas.openxmlformats.org/drawingml/2006/main">
              <a:ext uri="{FF2B5EF4-FFF2-40B4-BE49-F238E27FC236}">
                <a16:creationId xmlns:a16="http://schemas.microsoft.com/office/drawing/2014/main" id="{BC74335D-97DA-43BC-B50A-7FC4E118AD5C}"/>
              </a:ext>
            </a:extLst>
          </p:cNvPr>
          <p:cNvSpPr>
            <a:spLocks xmlns:a="http://schemas.openxmlformats.org/drawingml/2006/main" noGrp="1"/>
          </p:cNvSpPr>
          <p:nvPr/>
        </p:nvSpPr>
        <p:spPr>
          <a:xfrm xmlns:a="http://schemas.openxmlformats.org/drawingml/2006/main">
            <a:off x="8286750" y="4743450"/>
            <a:ext cx="2190750" cy="552450"/>
          </a:xfrm>
          <a:prstGeom xmlns:a="http://schemas.openxmlformats.org/drawingml/2006/main" prst="rect">
            <a:avLst/>
          </a:prstGeom>
          <a:solidFill xmlns:a="http://schemas.openxmlformats.org/drawingml/2006/main">
            <a:srgbClr val="FFFFFF"/>
          </a:solidFill>
          <a:ln xmlns:a="http://schemas.openxmlformats.org/drawingml/2006/main" w="9525">
            <a:solidFill>
              <a:srgbClr val="D8CDBD"/>
            </a:solidFill>
            <a:prstDash val="solid"/>
          </a:ln>
        </p:spPr>
      </p:sp>
      <p:sp>
        <p:nvSpPr>
          <p:cNvPr id="44" name="">
            <a:extLst xmlns:a="http://schemas.openxmlformats.org/drawingml/2006/main">
              <a:ext uri="{FF2B5EF4-FFF2-40B4-BE49-F238E27FC236}">
                <a16:creationId xmlns:a16="http://schemas.microsoft.com/office/drawing/2014/main" id="{AB22FA7F-5062-44E8-9F87-C62F1F7EFD72}"/>
              </a:ext>
            </a:extLst>
          </p:cNvPr>
          <p:cNvSpPr>
            <a:spLocks xmlns:a="http://schemas.openxmlformats.org/drawingml/2006/main" noGrp="1"/>
          </p:cNvSpPr>
          <p:nvPr/>
        </p:nvSpPr>
        <p:spPr>
          <a:xfrm xmlns:a="http://schemas.openxmlformats.org/drawingml/2006/main">
            <a:off x="8420100" y="4876800"/>
            <a:ext cx="1924050" cy="2476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88" b="0">
                <a:solidFill>
                  <a:srgbClr val="607080"/>
                </a:solidFill>
                <a:latin typeface="Arial"/>
                <a:ea typeface="Arial"/>
                <a:cs typeface="Arial"/>
              </a:defRPr>
            </a:pPr>
            <a:r>
              <a:rPr sz="788" b="0">
                <a:solidFill>
                  <a:srgbClr val="607080"/>
                </a:solidFill>
                <a:latin typeface="Arial"/>
                <a:ea typeface="Arial"/>
                <a:cs typeface="Arial"/>
              </a:rPr>
              <a:t>Dễ chỉnh khi mở rộng nội dung</a:t>
            </a:r>
          </a:p>
        </p:txBody>
      </p:sp>
      <p:sp>
        <p:nvSpPr>
          <p:cNvPr id="45" name="">
            <a:extLst xmlns:a="http://schemas.openxmlformats.org/drawingml/2006/main">
              <a:ext uri="{FF2B5EF4-FFF2-40B4-BE49-F238E27FC236}">
                <a16:creationId xmlns:a16="http://schemas.microsoft.com/office/drawing/2014/main" id="{28C8FC39-9CDE-404D-9B0A-49752943C66D}"/>
              </a:ext>
            </a:extLst>
          </p:cNvPr>
          <p:cNvSpPr>
            <a:spLocks xmlns:a="http://schemas.openxmlformats.org/drawingml/2006/main" noGrp="1"/>
          </p:cNvSpPr>
          <p:nvPr/>
        </p:nvSpPr>
        <p:spPr>
          <a:xfrm xmlns:a="http://schemas.openxmlformats.org/drawingml/2006/main">
            <a:off x="1219200" y="5791200"/>
            <a:ext cx="8572500" cy="323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0">
                <a:solidFill>
                  <a:srgbClr val="607080"/>
                </a:solidFill>
                <a:latin typeface="Arial"/>
                <a:ea typeface="Arial"/>
                <a:cs typeface="Arial"/>
              </a:defRPr>
            </a:pPr>
            <a:r>
              <a:rPr sz="1050" b="0">
                <a:solidFill>
                  <a:srgbClr val="607080"/>
                </a:solidFill>
                <a:latin typeface="Arial"/>
                <a:ea typeface="Arial"/>
                <a:cs typeface="Arial"/>
              </a:rPr>
              <a:t>Thông điệp khi trình bày: Firebase không chỉ là nơi lưu dữ liệu; nó giúp sản phẩm có tài khoản, đồng bộ tiến trình và bảo vệ dữ liệu người dùng.</a:t>
            </a:r>
          </a:p>
        </p:txBody>
      </p:sp>
      <p:sp>
        <p:nvSpPr>
          <p:cNvPr id="46" name="">
            <a:extLst xmlns:a="http://schemas.openxmlformats.org/drawingml/2006/main">
              <a:ext uri="{FF2B5EF4-FFF2-40B4-BE49-F238E27FC236}">
                <a16:creationId xmlns:a16="http://schemas.microsoft.com/office/drawing/2014/main" id="{0CCB75B9-96A3-4D0F-BDFD-3BCC5B1F60E6}"/>
              </a:ext>
            </a:extLst>
          </p:cNvPr>
          <p:cNvSpPr>
            <a:spLocks xmlns:a="http://schemas.openxmlformats.org/drawingml/2006/main" noGrp="1"/>
          </p:cNvSpPr>
          <p:nvPr/>
        </p:nvSpPr>
        <p:spPr>
          <a:xfrm xmlns:a="http://schemas.openxmlformats.org/drawingml/2006/main">
            <a:off x="609600" y="6343650"/>
            <a:ext cx="9715500" cy="9525"/>
          </a:xfrm>
          <a:prstGeom xmlns:a="http://schemas.openxmlformats.org/drawingml/2006/main" prst="rect">
            <a:avLst/>
          </a:prstGeom>
          <a:solidFill xmlns:a="http://schemas.openxmlformats.org/drawingml/2006/main">
            <a:srgbClr val="D8CDBD"/>
          </a:solidFill>
          <a:ln xmlns:a="http://schemas.openxmlformats.org/drawingml/2006/main" w="0">
            <a:solidFill>
              <a:srgbClr val="000000">
                <a:alpha val="0"/>
              </a:srgbClr>
            </a:solidFill>
            <a:prstDash val="solid"/>
          </a:ln>
        </p:spPr>
      </p:sp>
      <p:sp>
        <p:nvSpPr>
          <p:cNvPr id="47" name="">
            <a:extLst xmlns:a="http://schemas.openxmlformats.org/drawingml/2006/main">
              <a:ext uri="{FF2B5EF4-FFF2-40B4-BE49-F238E27FC236}">
                <a16:creationId xmlns:a16="http://schemas.microsoft.com/office/drawing/2014/main" id="{7E12BF45-8B7F-4F0D-A83A-55442F139FEC}"/>
              </a:ext>
            </a:extLst>
          </p:cNvPr>
          <p:cNvSpPr>
            <a:spLocks xmlns:a="http://schemas.openxmlformats.org/drawingml/2006/main" noGrp="1"/>
          </p:cNvSpPr>
          <p:nvPr/>
        </p:nvSpPr>
        <p:spPr>
          <a:xfrm xmlns:a="http://schemas.openxmlformats.org/drawingml/2006/main">
            <a:off x="609600" y="6457950"/>
            <a:ext cx="53340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638" b="0">
                <a:solidFill>
                  <a:srgbClr val="607080"/>
                </a:solidFill>
                <a:latin typeface="Arial"/>
                <a:ea typeface="Arial"/>
                <a:cs typeface="Arial"/>
              </a:defRPr>
            </a:pPr>
            <a:r>
              <a:rPr sz="638" b="0">
                <a:solidFill>
                  <a:srgbClr val="607080"/>
                </a:solidFill>
                <a:latin typeface="Arial"/>
                <a:ea typeface="Arial"/>
                <a:cs typeface="Arial"/>
              </a:rPr>
              <a:t>VKU 360 Quest | Ý tưởng - Công nghệ - Demo sản phẩm</a:t>
            </a:r>
          </a:p>
        </p:txBody>
      </p:sp>
      <p:sp>
        <p:nvSpPr>
          <p:cNvPr id="48" name="">
            <a:extLst xmlns:a="http://schemas.openxmlformats.org/drawingml/2006/main">
              <a:ext uri="{FF2B5EF4-FFF2-40B4-BE49-F238E27FC236}">
                <a16:creationId xmlns:a16="http://schemas.microsoft.com/office/drawing/2014/main" id="{3A47AC37-ED8F-48EB-A700-E4372E9F5685}"/>
              </a:ext>
            </a:extLst>
          </p:cNvPr>
          <p:cNvSpPr>
            <a:spLocks xmlns:a="http://schemas.openxmlformats.org/drawingml/2006/main" noGrp="1"/>
          </p:cNvSpPr>
          <p:nvPr/>
        </p:nvSpPr>
        <p:spPr>
          <a:xfrm xmlns:a="http://schemas.openxmlformats.org/drawingml/2006/main">
            <a:off x="10877550" y="6400800"/>
            <a:ext cx="6858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900" b="1">
                <a:solidFill>
                  <a:srgbClr val="607080"/>
                </a:solidFill>
                <a:latin typeface="Arial"/>
                <a:ea typeface="Arial"/>
                <a:cs typeface="Arial"/>
              </a:defRPr>
            </a:pPr>
            <a:r>
              <a:rPr sz="900" b="1">
                <a:solidFill>
                  <a:srgbClr val="607080"/>
                </a:solidFill>
                <a:latin typeface="Arial"/>
                <a:ea typeface="Arial"/>
                <a:cs typeface="Arial"/>
              </a:rPr>
              <a:t>07</a:t>
            </a:r>
          </a:p>
        </p:txBody>
      </p:sp>
    </p:spTree>
    <p:extLst>
      <p:ext uri="{BB962C8B-B14F-4D97-AF65-F5344CB8AC3E}">
        <p14:creationId xmlns:p14="http://schemas.microsoft.com/office/powerpoint/2010/main" val="384631074"/>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F6B4BFD4-0FB1-4581-9F38-9962B01A58DA}"/>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0F1B2A"/>
          </a:solidFill>
          <a:ln xmlns:a="http://schemas.openxmlformats.org/drawingml/2006/main" w="0">
            <a:solidFill>
              <a:srgbClr val="000000">
                <a:alpha val="0"/>
              </a:srgbClr>
            </a:solidFill>
            <a:prstDash val="solid"/>
          </a:ln>
        </p:spPr>
      </p:sp>
      <p:sp>
        <p:nvSpPr>
          <p:cNvPr id="2" name="kicker-marker">
            <a:extLst xmlns:a="http://schemas.openxmlformats.org/drawingml/2006/main">
              <a:ext uri="{FF2B5EF4-FFF2-40B4-BE49-F238E27FC236}">
                <a16:creationId xmlns:a16="http://schemas.microsoft.com/office/drawing/2014/main" id="{96DB69AF-2BFE-402D-970C-68C96C344EB9}"/>
              </a:ext>
            </a:extLst>
          </p:cNvPr>
          <p:cNvSpPr>
            <a:spLocks xmlns:a="http://schemas.openxmlformats.org/drawingml/2006/main" noGrp="1"/>
          </p:cNvSpPr>
          <p:nvPr/>
        </p:nvSpPr>
        <p:spPr>
          <a:xfrm xmlns:a="http://schemas.openxmlformats.org/drawingml/2006/main">
            <a:off x="609600" y="523875"/>
            <a:ext cx="76200" cy="76200"/>
          </a:xfrm>
          <a:prstGeom xmlns:a="http://schemas.openxmlformats.org/drawingml/2006/main" prst="rect">
            <a:avLst/>
          </a:prstGeom>
          <a:solidFill xmlns:a="http://schemas.openxmlformats.org/drawingml/2006/main">
            <a:srgbClr val="176B87"/>
          </a:solidFill>
          <a:ln xmlns:a="http://schemas.openxmlformats.org/drawingml/2006/main" w="0">
            <a:solidFill>
              <a:srgbClr val="000000">
                <a:alpha val="0"/>
              </a:srgbClr>
            </a:solidFill>
            <a:prstDash val="solid"/>
          </a:ln>
        </p:spPr>
      </p:sp>
      <p:sp>
        <p:nvSpPr>
          <p:cNvPr id="3" name="kicker-label">
            <a:extLst xmlns:a="http://schemas.openxmlformats.org/drawingml/2006/main">
              <a:ext uri="{FF2B5EF4-FFF2-40B4-BE49-F238E27FC236}">
                <a16:creationId xmlns:a16="http://schemas.microsoft.com/office/drawing/2014/main" id="{F1FA2D1B-200E-4B36-A0D9-503705DFCEA6}"/>
              </a:ext>
            </a:extLst>
          </p:cNvPr>
          <p:cNvSpPr>
            <a:spLocks xmlns:a="http://schemas.openxmlformats.org/drawingml/2006/main" noGrp="1"/>
          </p:cNvSpPr>
          <p:nvPr/>
        </p:nvSpPr>
        <p:spPr>
          <a:xfrm xmlns:a="http://schemas.openxmlformats.org/drawingml/2006/main">
            <a:off x="781050" y="457200"/>
            <a:ext cx="342900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88" b="1">
                <a:solidFill>
                  <a:srgbClr val="607080"/>
                </a:solidFill>
                <a:latin typeface="Arial"/>
                <a:ea typeface="Arial"/>
                <a:cs typeface="Arial"/>
              </a:defRPr>
            </a:pPr>
            <a:r>
              <a:rPr sz="788" b="1">
                <a:solidFill>
                  <a:srgbClr val="607080"/>
                </a:solidFill>
                <a:latin typeface="Arial"/>
                <a:ea typeface="Arial"/>
                <a:cs typeface="Arial"/>
              </a:rPr>
              <a:t>KẾT LUẬN</a:t>
            </a:r>
          </a:p>
        </p:txBody>
      </p:sp>
      <p:sp>
        <p:nvSpPr>
          <p:cNvPr id="4" name="">
            <a:extLst xmlns:a="http://schemas.openxmlformats.org/drawingml/2006/main">
              <a:ext uri="{FF2B5EF4-FFF2-40B4-BE49-F238E27FC236}">
                <a16:creationId xmlns:a16="http://schemas.microsoft.com/office/drawing/2014/main" id="{4A100CC9-476A-4B1D-9038-1F997065D5C1}"/>
              </a:ext>
            </a:extLst>
          </p:cNvPr>
          <p:cNvSpPr>
            <a:spLocks xmlns:a="http://schemas.openxmlformats.org/drawingml/2006/main" noGrp="1"/>
          </p:cNvSpPr>
          <p:nvPr/>
        </p:nvSpPr>
        <p:spPr>
          <a:xfrm xmlns:a="http://schemas.openxmlformats.org/drawingml/2006/main">
            <a:off x="609600" y="800100"/>
            <a:ext cx="9144000" cy="990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700" b="1">
                <a:solidFill>
                  <a:srgbClr val="FFFFFF"/>
                </a:solidFill>
                <a:latin typeface="Arial"/>
                <a:ea typeface="Arial"/>
                <a:cs typeface="Arial"/>
              </a:defRPr>
            </a:pPr>
            <a:r>
              <a:rPr sz="2700" b="1">
                <a:solidFill>
                  <a:srgbClr val="FFFFFF"/>
                </a:solidFill>
                <a:latin typeface="Arial"/>
                <a:ea typeface="Arial"/>
                <a:cs typeface="Arial"/>
              </a:rPr>
              <a:t>VKU 360 Quest đã có nền tảng đủ để demo hôm nay và mở rộng sau cuộc thi.</a:t>
            </a:r>
          </a:p>
        </p:txBody>
      </p:sp>
      <p:sp>
        <p:nvSpPr>
          <p:cNvPr id="5" name="">
            <a:extLst xmlns:a="http://schemas.openxmlformats.org/drawingml/2006/main">
              <a:ext uri="{FF2B5EF4-FFF2-40B4-BE49-F238E27FC236}">
                <a16:creationId xmlns:a16="http://schemas.microsoft.com/office/drawing/2014/main" id="{5DD6B95F-99D1-40E3-A3D4-1487B6F35311}"/>
              </a:ext>
            </a:extLst>
          </p:cNvPr>
          <p:cNvSpPr>
            <a:spLocks xmlns:a="http://schemas.openxmlformats.org/drawingml/2006/main" noGrp="1"/>
          </p:cNvSpPr>
          <p:nvPr/>
        </p:nvSpPr>
        <p:spPr>
          <a:xfrm xmlns:a="http://schemas.openxmlformats.org/drawingml/2006/main">
            <a:off x="762000" y="2571750"/>
            <a:ext cx="2038350" cy="1524000"/>
          </a:xfrm>
          <a:prstGeom xmlns:a="http://schemas.openxmlformats.org/drawingml/2006/main" prst="rect">
            <a:avLst/>
          </a:prstGeom>
          <a:solidFill xmlns:a="http://schemas.openxmlformats.org/drawingml/2006/main">
            <a:srgbClr val="FFFFFF">
              <a:alpha val="8000"/>
            </a:srgbClr>
          </a:solidFill>
          <a:ln xmlns:a="http://schemas.openxmlformats.org/drawingml/2006/main" w="9525">
            <a:solidFill>
              <a:srgbClr val="FFFFFF">
                <a:alpha val="18000"/>
              </a:srgbClr>
            </a:solidFill>
            <a:prstDash val="solid"/>
          </a:ln>
        </p:spPr>
      </p:sp>
      <p:sp>
        <p:nvSpPr>
          <p:cNvPr id="6" name="">
            <a:extLst xmlns:a="http://schemas.openxmlformats.org/drawingml/2006/main">
              <a:ext uri="{FF2B5EF4-FFF2-40B4-BE49-F238E27FC236}">
                <a16:creationId xmlns:a16="http://schemas.microsoft.com/office/drawing/2014/main" id="{CB7DF700-A01F-4C71-86A0-9093A49DE88A}"/>
              </a:ext>
            </a:extLst>
          </p:cNvPr>
          <p:cNvSpPr>
            <a:spLocks xmlns:a="http://schemas.openxmlformats.org/drawingml/2006/main" noGrp="1"/>
          </p:cNvSpPr>
          <p:nvPr/>
        </p:nvSpPr>
        <p:spPr>
          <a:xfrm xmlns:a="http://schemas.openxmlformats.org/drawingml/2006/main">
            <a:off x="952500" y="2781300"/>
            <a:ext cx="514350" cy="3048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800" b="1">
                <a:solidFill>
                  <a:srgbClr val="D08A32"/>
                </a:solidFill>
                <a:latin typeface="Arial"/>
                <a:ea typeface="Arial"/>
                <a:cs typeface="Arial"/>
              </a:defRPr>
            </a:pPr>
            <a:r>
              <a:rPr sz="1800" b="1">
                <a:solidFill>
                  <a:srgbClr val="D08A32"/>
                </a:solidFill>
                <a:latin typeface="Arial"/>
                <a:ea typeface="Arial"/>
                <a:cs typeface="Arial"/>
              </a:rPr>
              <a:t>01</a:t>
            </a:r>
          </a:p>
        </p:txBody>
      </p:sp>
      <p:sp>
        <p:nvSpPr>
          <p:cNvPr id="7" name="">
            <a:extLst xmlns:a="http://schemas.openxmlformats.org/drawingml/2006/main">
              <a:ext uri="{FF2B5EF4-FFF2-40B4-BE49-F238E27FC236}">
                <a16:creationId xmlns:a16="http://schemas.microsoft.com/office/drawing/2014/main" id="{5FC4FD50-F8BB-4FFF-A290-5271D831A814}"/>
              </a:ext>
            </a:extLst>
          </p:cNvPr>
          <p:cNvSpPr>
            <a:spLocks xmlns:a="http://schemas.openxmlformats.org/drawingml/2006/main" noGrp="1"/>
          </p:cNvSpPr>
          <p:nvPr/>
        </p:nvSpPr>
        <p:spPr>
          <a:xfrm xmlns:a="http://schemas.openxmlformats.org/drawingml/2006/main">
            <a:off x="952500" y="3238500"/>
            <a:ext cx="152400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1">
                <a:solidFill>
                  <a:srgbClr val="FFFFFF"/>
                </a:solidFill>
                <a:latin typeface="Arial"/>
                <a:ea typeface="Arial"/>
                <a:cs typeface="Arial"/>
              </a:defRPr>
            </a:pPr>
            <a:r>
              <a:rPr sz="1200" b="1">
                <a:solidFill>
                  <a:srgbClr val="FFFFFF"/>
                </a:solidFill>
                <a:latin typeface="Arial"/>
                <a:ea typeface="Arial"/>
                <a:cs typeface="Arial"/>
              </a:rPr>
              <a:t>Trực quan</a:t>
            </a:r>
          </a:p>
        </p:txBody>
      </p:sp>
      <p:sp>
        <p:nvSpPr>
          <p:cNvPr id="8" name="">
            <a:extLst xmlns:a="http://schemas.openxmlformats.org/drawingml/2006/main">
              <a:ext uri="{FF2B5EF4-FFF2-40B4-BE49-F238E27FC236}">
                <a16:creationId xmlns:a16="http://schemas.microsoft.com/office/drawing/2014/main" id="{536E06C8-D5A8-4225-A1DD-6529A04FCD65}"/>
              </a:ext>
            </a:extLst>
          </p:cNvPr>
          <p:cNvSpPr>
            <a:spLocks xmlns:a="http://schemas.openxmlformats.org/drawingml/2006/main" noGrp="1"/>
          </p:cNvSpPr>
          <p:nvPr/>
        </p:nvSpPr>
        <p:spPr>
          <a:xfrm xmlns:a="http://schemas.openxmlformats.org/drawingml/2006/main">
            <a:off x="952500" y="3562350"/>
            <a:ext cx="1619250" cy="3429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0">
                <a:solidFill>
                  <a:srgbClr val="C6D4E0"/>
                </a:solidFill>
                <a:latin typeface="Arial"/>
                <a:ea typeface="Arial"/>
                <a:cs typeface="Arial"/>
              </a:defRPr>
            </a:pPr>
            <a:r>
              <a:rPr sz="750" b="0">
                <a:solidFill>
                  <a:srgbClr val="C6D4E0"/>
                </a:solidFill>
                <a:latin typeface="Arial"/>
                <a:ea typeface="Arial"/>
                <a:cs typeface="Arial"/>
              </a:rPr>
              <a:t>Ảnh 360 giúp người dùng nhìn thấy không gian thật.</a:t>
            </a:r>
          </a:p>
        </p:txBody>
      </p:sp>
      <p:sp>
        <p:nvSpPr>
          <p:cNvPr id="9" name="">
            <a:extLst xmlns:a="http://schemas.openxmlformats.org/drawingml/2006/main">
              <a:ext uri="{FF2B5EF4-FFF2-40B4-BE49-F238E27FC236}">
                <a16:creationId xmlns:a16="http://schemas.microsoft.com/office/drawing/2014/main" id="{6AB07E6A-CF0C-40CF-9A9D-C3CFCA7FE474}"/>
              </a:ext>
            </a:extLst>
          </p:cNvPr>
          <p:cNvSpPr>
            <a:spLocks xmlns:a="http://schemas.openxmlformats.org/drawingml/2006/main" noGrp="1"/>
          </p:cNvSpPr>
          <p:nvPr/>
        </p:nvSpPr>
        <p:spPr>
          <a:xfrm xmlns:a="http://schemas.openxmlformats.org/drawingml/2006/main">
            <a:off x="3333750" y="2571750"/>
            <a:ext cx="2038350" cy="1524000"/>
          </a:xfrm>
          <a:prstGeom xmlns:a="http://schemas.openxmlformats.org/drawingml/2006/main" prst="rect">
            <a:avLst/>
          </a:prstGeom>
          <a:solidFill xmlns:a="http://schemas.openxmlformats.org/drawingml/2006/main">
            <a:srgbClr val="FFFFFF">
              <a:alpha val="8000"/>
            </a:srgbClr>
          </a:solidFill>
          <a:ln xmlns:a="http://schemas.openxmlformats.org/drawingml/2006/main" w="9525">
            <a:solidFill>
              <a:srgbClr val="FFFFFF">
                <a:alpha val="18000"/>
              </a:srgbClr>
            </a:solidFill>
            <a:prstDash val="solid"/>
          </a:ln>
        </p:spPr>
      </p:sp>
      <p:sp>
        <p:nvSpPr>
          <p:cNvPr id="10" name="">
            <a:extLst xmlns:a="http://schemas.openxmlformats.org/drawingml/2006/main">
              <a:ext uri="{FF2B5EF4-FFF2-40B4-BE49-F238E27FC236}">
                <a16:creationId xmlns:a16="http://schemas.microsoft.com/office/drawing/2014/main" id="{28B8F90D-939B-4952-B32E-DFD9B14DD679}"/>
              </a:ext>
            </a:extLst>
          </p:cNvPr>
          <p:cNvSpPr>
            <a:spLocks xmlns:a="http://schemas.openxmlformats.org/drawingml/2006/main" noGrp="1"/>
          </p:cNvSpPr>
          <p:nvPr/>
        </p:nvSpPr>
        <p:spPr>
          <a:xfrm xmlns:a="http://schemas.openxmlformats.org/drawingml/2006/main">
            <a:off x="3524250" y="2781300"/>
            <a:ext cx="514350" cy="3048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800" b="1">
                <a:solidFill>
                  <a:srgbClr val="1E8EA8"/>
                </a:solidFill>
                <a:latin typeface="Arial"/>
                <a:ea typeface="Arial"/>
                <a:cs typeface="Arial"/>
              </a:defRPr>
            </a:pPr>
            <a:r>
              <a:rPr sz="1800" b="1">
                <a:solidFill>
                  <a:srgbClr val="1E8EA8"/>
                </a:solidFill>
                <a:latin typeface="Arial"/>
                <a:ea typeface="Arial"/>
                <a:cs typeface="Arial"/>
              </a:rPr>
              <a:t>02</a:t>
            </a:r>
          </a:p>
        </p:txBody>
      </p:sp>
      <p:sp>
        <p:nvSpPr>
          <p:cNvPr id="11" name="">
            <a:extLst xmlns:a="http://schemas.openxmlformats.org/drawingml/2006/main">
              <a:ext uri="{FF2B5EF4-FFF2-40B4-BE49-F238E27FC236}">
                <a16:creationId xmlns:a16="http://schemas.microsoft.com/office/drawing/2014/main" id="{5D8C331F-073F-4D9F-B20D-AF6099C9CB59}"/>
              </a:ext>
            </a:extLst>
          </p:cNvPr>
          <p:cNvSpPr>
            <a:spLocks xmlns:a="http://schemas.openxmlformats.org/drawingml/2006/main" noGrp="1"/>
          </p:cNvSpPr>
          <p:nvPr/>
        </p:nvSpPr>
        <p:spPr>
          <a:xfrm xmlns:a="http://schemas.openxmlformats.org/drawingml/2006/main">
            <a:off x="3524250" y="3238500"/>
            <a:ext cx="152400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1">
                <a:solidFill>
                  <a:srgbClr val="FFFFFF"/>
                </a:solidFill>
                <a:latin typeface="Arial"/>
                <a:ea typeface="Arial"/>
                <a:cs typeface="Arial"/>
              </a:defRPr>
            </a:pPr>
            <a:r>
              <a:rPr sz="1200" b="1">
                <a:solidFill>
                  <a:srgbClr val="FFFFFF"/>
                </a:solidFill>
                <a:latin typeface="Arial"/>
                <a:ea typeface="Arial"/>
                <a:cs typeface="Arial"/>
              </a:rPr>
              <a:t>Tương tác</a:t>
            </a:r>
          </a:p>
        </p:txBody>
      </p:sp>
      <p:sp>
        <p:nvSpPr>
          <p:cNvPr id="12" name="">
            <a:extLst xmlns:a="http://schemas.openxmlformats.org/drawingml/2006/main">
              <a:ext uri="{FF2B5EF4-FFF2-40B4-BE49-F238E27FC236}">
                <a16:creationId xmlns:a16="http://schemas.microsoft.com/office/drawing/2014/main" id="{9EE54E47-9229-4DF3-A872-707DE116EB2F}"/>
              </a:ext>
            </a:extLst>
          </p:cNvPr>
          <p:cNvSpPr>
            <a:spLocks xmlns:a="http://schemas.openxmlformats.org/drawingml/2006/main" noGrp="1"/>
          </p:cNvSpPr>
          <p:nvPr/>
        </p:nvSpPr>
        <p:spPr>
          <a:xfrm xmlns:a="http://schemas.openxmlformats.org/drawingml/2006/main">
            <a:off x="3524250" y="3562350"/>
            <a:ext cx="1619250" cy="3429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0">
                <a:solidFill>
                  <a:srgbClr val="C6D4E0"/>
                </a:solidFill>
                <a:latin typeface="Arial"/>
                <a:ea typeface="Arial"/>
                <a:cs typeface="Arial"/>
              </a:defRPr>
            </a:pPr>
            <a:r>
              <a:rPr sz="750" b="0">
                <a:solidFill>
                  <a:srgbClr val="C6D4E0"/>
                </a:solidFill>
                <a:latin typeface="Arial"/>
                <a:ea typeface="Arial"/>
                <a:cs typeface="Arial"/>
              </a:rPr>
              <a:t>Nhiệm vụ, tiến trình và thành tích giữ người dùng trong hành trình.</a:t>
            </a:r>
          </a:p>
        </p:txBody>
      </p:sp>
      <p:sp>
        <p:nvSpPr>
          <p:cNvPr id="13" name="">
            <a:extLst xmlns:a="http://schemas.openxmlformats.org/drawingml/2006/main">
              <a:ext uri="{FF2B5EF4-FFF2-40B4-BE49-F238E27FC236}">
                <a16:creationId xmlns:a16="http://schemas.microsoft.com/office/drawing/2014/main" id="{5F9AA896-BDB7-4809-B8E2-0B412AC65600}"/>
              </a:ext>
            </a:extLst>
          </p:cNvPr>
          <p:cNvSpPr>
            <a:spLocks xmlns:a="http://schemas.openxmlformats.org/drawingml/2006/main" noGrp="1"/>
          </p:cNvSpPr>
          <p:nvPr/>
        </p:nvSpPr>
        <p:spPr>
          <a:xfrm xmlns:a="http://schemas.openxmlformats.org/drawingml/2006/main">
            <a:off x="5905500" y="2571750"/>
            <a:ext cx="2038350" cy="1524000"/>
          </a:xfrm>
          <a:prstGeom xmlns:a="http://schemas.openxmlformats.org/drawingml/2006/main" prst="rect">
            <a:avLst/>
          </a:prstGeom>
          <a:solidFill xmlns:a="http://schemas.openxmlformats.org/drawingml/2006/main">
            <a:srgbClr val="FFFFFF">
              <a:alpha val="8000"/>
            </a:srgbClr>
          </a:solidFill>
          <a:ln xmlns:a="http://schemas.openxmlformats.org/drawingml/2006/main" w="9525">
            <a:solidFill>
              <a:srgbClr val="FFFFFF">
                <a:alpha val="18000"/>
              </a:srgbClr>
            </a:solidFill>
            <a:prstDash val="solid"/>
          </a:ln>
        </p:spPr>
      </p:sp>
      <p:sp>
        <p:nvSpPr>
          <p:cNvPr id="14" name="">
            <a:extLst xmlns:a="http://schemas.openxmlformats.org/drawingml/2006/main">
              <a:ext uri="{FF2B5EF4-FFF2-40B4-BE49-F238E27FC236}">
                <a16:creationId xmlns:a16="http://schemas.microsoft.com/office/drawing/2014/main" id="{742FBF2D-845E-4AA1-824A-8A7ABE89D6A8}"/>
              </a:ext>
            </a:extLst>
          </p:cNvPr>
          <p:cNvSpPr>
            <a:spLocks xmlns:a="http://schemas.openxmlformats.org/drawingml/2006/main" noGrp="1"/>
          </p:cNvSpPr>
          <p:nvPr/>
        </p:nvSpPr>
        <p:spPr>
          <a:xfrm xmlns:a="http://schemas.openxmlformats.org/drawingml/2006/main">
            <a:off x="6096000" y="2781300"/>
            <a:ext cx="514350" cy="3048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800" b="1">
                <a:solidFill>
                  <a:srgbClr val="D08A32"/>
                </a:solidFill>
                <a:latin typeface="Arial"/>
                <a:ea typeface="Arial"/>
                <a:cs typeface="Arial"/>
              </a:defRPr>
            </a:pPr>
            <a:r>
              <a:rPr sz="1800" b="1">
                <a:solidFill>
                  <a:srgbClr val="D08A32"/>
                </a:solidFill>
                <a:latin typeface="Arial"/>
                <a:ea typeface="Arial"/>
                <a:cs typeface="Arial"/>
              </a:rPr>
              <a:t>03</a:t>
            </a:r>
          </a:p>
        </p:txBody>
      </p:sp>
      <p:sp>
        <p:nvSpPr>
          <p:cNvPr id="15" name="">
            <a:extLst xmlns:a="http://schemas.openxmlformats.org/drawingml/2006/main">
              <a:ext uri="{FF2B5EF4-FFF2-40B4-BE49-F238E27FC236}">
                <a16:creationId xmlns:a16="http://schemas.microsoft.com/office/drawing/2014/main" id="{189007D8-6CF6-4AAC-BD83-C9A10C6480D5}"/>
              </a:ext>
            </a:extLst>
          </p:cNvPr>
          <p:cNvSpPr>
            <a:spLocks xmlns:a="http://schemas.openxmlformats.org/drawingml/2006/main" noGrp="1"/>
          </p:cNvSpPr>
          <p:nvPr/>
        </p:nvSpPr>
        <p:spPr>
          <a:xfrm xmlns:a="http://schemas.openxmlformats.org/drawingml/2006/main">
            <a:off x="6096000" y="3238500"/>
            <a:ext cx="152400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1">
                <a:solidFill>
                  <a:srgbClr val="FFFFFF"/>
                </a:solidFill>
                <a:latin typeface="Arial"/>
                <a:ea typeface="Arial"/>
                <a:cs typeface="Arial"/>
              </a:defRPr>
            </a:pPr>
            <a:r>
              <a:rPr sz="1200" b="1">
                <a:solidFill>
                  <a:srgbClr val="FFFFFF"/>
                </a:solidFill>
                <a:latin typeface="Arial"/>
                <a:ea typeface="Arial"/>
                <a:cs typeface="Arial"/>
              </a:rPr>
              <a:t>Thông minh</a:t>
            </a:r>
          </a:p>
        </p:txBody>
      </p:sp>
      <p:sp>
        <p:nvSpPr>
          <p:cNvPr id="16" name="">
            <a:extLst xmlns:a="http://schemas.openxmlformats.org/drawingml/2006/main">
              <a:ext uri="{FF2B5EF4-FFF2-40B4-BE49-F238E27FC236}">
                <a16:creationId xmlns:a16="http://schemas.microsoft.com/office/drawing/2014/main" id="{4B6D4622-E989-4409-911B-4199E27B3AA3}"/>
              </a:ext>
            </a:extLst>
          </p:cNvPr>
          <p:cNvSpPr>
            <a:spLocks xmlns:a="http://schemas.openxmlformats.org/drawingml/2006/main" noGrp="1"/>
          </p:cNvSpPr>
          <p:nvPr/>
        </p:nvSpPr>
        <p:spPr>
          <a:xfrm xmlns:a="http://schemas.openxmlformats.org/drawingml/2006/main">
            <a:off x="6096000" y="3562350"/>
            <a:ext cx="1619250" cy="3429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0">
                <a:solidFill>
                  <a:srgbClr val="C6D4E0"/>
                </a:solidFill>
                <a:latin typeface="Arial"/>
                <a:ea typeface="Arial"/>
                <a:cs typeface="Arial"/>
              </a:defRPr>
            </a:pPr>
            <a:r>
              <a:rPr sz="750" b="0">
                <a:solidFill>
                  <a:srgbClr val="C6D4E0"/>
                </a:solidFill>
                <a:latin typeface="Arial"/>
                <a:ea typeface="Arial"/>
                <a:cs typeface="Arial"/>
              </a:rPr>
              <a:t>VKU Guide trả lời theo chặng và dữ liệu trường đã nạp.</a:t>
            </a:r>
          </a:p>
        </p:txBody>
      </p:sp>
      <p:sp>
        <p:nvSpPr>
          <p:cNvPr id="17" name="">
            <a:extLst xmlns:a="http://schemas.openxmlformats.org/drawingml/2006/main">
              <a:ext uri="{FF2B5EF4-FFF2-40B4-BE49-F238E27FC236}">
                <a16:creationId xmlns:a16="http://schemas.microsoft.com/office/drawing/2014/main" id="{AEB61D18-97AA-49B4-9EC1-0F10AC808AC9}"/>
              </a:ext>
            </a:extLst>
          </p:cNvPr>
          <p:cNvSpPr>
            <a:spLocks xmlns:a="http://schemas.openxmlformats.org/drawingml/2006/main" noGrp="1"/>
          </p:cNvSpPr>
          <p:nvPr/>
        </p:nvSpPr>
        <p:spPr>
          <a:xfrm xmlns:a="http://schemas.openxmlformats.org/drawingml/2006/main">
            <a:off x="8477250" y="2571750"/>
            <a:ext cx="2038350" cy="1524000"/>
          </a:xfrm>
          <a:prstGeom xmlns:a="http://schemas.openxmlformats.org/drawingml/2006/main" prst="rect">
            <a:avLst/>
          </a:prstGeom>
          <a:solidFill xmlns:a="http://schemas.openxmlformats.org/drawingml/2006/main">
            <a:srgbClr val="FFFFFF">
              <a:alpha val="8000"/>
            </a:srgbClr>
          </a:solidFill>
          <a:ln xmlns:a="http://schemas.openxmlformats.org/drawingml/2006/main" w="9525">
            <a:solidFill>
              <a:srgbClr val="FFFFFF">
                <a:alpha val="18000"/>
              </a:srgbClr>
            </a:solidFill>
            <a:prstDash val="solid"/>
          </a:ln>
        </p:spPr>
      </p:sp>
      <p:sp>
        <p:nvSpPr>
          <p:cNvPr id="18" name="">
            <a:extLst xmlns:a="http://schemas.openxmlformats.org/drawingml/2006/main">
              <a:ext uri="{FF2B5EF4-FFF2-40B4-BE49-F238E27FC236}">
                <a16:creationId xmlns:a16="http://schemas.microsoft.com/office/drawing/2014/main" id="{CCF84506-A8DA-4FCE-BD45-E3DE6B542ACB}"/>
              </a:ext>
            </a:extLst>
          </p:cNvPr>
          <p:cNvSpPr>
            <a:spLocks xmlns:a="http://schemas.openxmlformats.org/drawingml/2006/main" noGrp="1"/>
          </p:cNvSpPr>
          <p:nvPr/>
        </p:nvSpPr>
        <p:spPr>
          <a:xfrm xmlns:a="http://schemas.openxmlformats.org/drawingml/2006/main">
            <a:off x="8667750" y="2781300"/>
            <a:ext cx="514350" cy="3048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800" b="1">
                <a:solidFill>
                  <a:srgbClr val="1E8EA8"/>
                </a:solidFill>
                <a:latin typeface="Arial"/>
                <a:ea typeface="Arial"/>
                <a:cs typeface="Arial"/>
              </a:defRPr>
            </a:pPr>
            <a:r>
              <a:rPr sz="1800" b="1">
                <a:solidFill>
                  <a:srgbClr val="1E8EA8"/>
                </a:solidFill>
                <a:latin typeface="Arial"/>
                <a:ea typeface="Arial"/>
                <a:cs typeface="Arial"/>
              </a:rPr>
              <a:t>04</a:t>
            </a:r>
          </a:p>
        </p:txBody>
      </p:sp>
      <p:sp>
        <p:nvSpPr>
          <p:cNvPr id="19" name="">
            <a:extLst xmlns:a="http://schemas.openxmlformats.org/drawingml/2006/main">
              <a:ext uri="{FF2B5EF4-FFF2-40B4-BE49-F238E27FC236}">
                <a16:creationId xmlns:a16="http://schemas.microsoft.com/office/drawing/2014/main" id="{5CEF9B43-BB5F-436D-A666-88898E5EBB48}"/>
              </a:ext>
            </a:extLst>
          </p:cNvPr>
          <p:cNvSpPr>
            <a:spLocks xmlns:a="http://schemas.openxmlformats.org/drawingml/2006/main" noGrp="1"/>
          </p:cNvSpPr>
          <p:nvPr/>
        </p:nvSpPr>
        <p:spPr>
          <a:xfrm xmlns:a="http://schemas.openxmlformats.org/drawingml/2006/main">
            <a:off x="8667750" y="3238500"/>
            <a:ext cx="152400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1">
                <a:solidFill>
                  <a:srgbClr val="FFFFFF"/>
                </a:solidFill>
                <a:latin typeface="Arial"/>
                <a:ea typeface="Arial"/>
                <a:cs typeface="Arial"/>
              </a:defRPr>
            </a:pPr>
            <a:r>
              <a:rPr sz="1200" b="1">
                <a:solidFill>
                  <a:srgbClr val="FFFFFF"/>
                </a:solidFill>
                <a:latin typeface="Arial"/>
                <a:ea typeface="Arial"/>
                <a:cs typeface="Arial"/>
              </a:rPr>
              <a:t>Mở rộng</a:t>
            </a:r>
          </a:p>
        </p:txBody>
      </p:sp>
      <p:sp>
        <p:nvSpPr>
          <p:cNvPr id="20" name="">
            <a:extLst xmlns:a="http://schemas.openxmlformats.org/drawingml/2006/main">
              <a:ext uri="{FF2B5EF4-FFF2-40B4-BE49-F238E27FC236}">
                <a16:creationId xmlns:a16="http://schemas.microsoft.com/office/drawing/2014/main" id="{AC861C25-03A9-4FDC-A850-8018B5DE4B75}"/>
              </a:ext>
            </a:extLst>
          </p:cNvPr>
          <p:cNvSpPr>
            <a:spLocks xmlns:a="http://schemas.openxmlformats.org/drawingml/2006/main" noGrp="1"/>
          </p:cNvSpPr>
          <p:nvPr/>
        </p:nvSpPr>
        <p:spPr>
          <a:xfrm xmlns:a="http://schemas.openxmlformats.org/drawingml/2006/main">
            <a:off x="8667750" y="3562350"/>
            <a:ext cx="1619250" cy="3429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0">
                <a:solidFill>
                  <a:srgbClr val="C6D4E0"/>
                </a:solidFill>
                <a:latin typeface="Arial"/>
                <a:ea typeface="Arial"/>
                <a:cs typeface="Arial"/>
              </a:defRPr>
            </a:pPr>
            <a:r>
              <a:rPr sz="750" b="0">
                <a:solidFill>
                  <a:srgbClr val="C6D4E0"/>
                </a:solidFill>
                <a:latin typeface="Arial"/>
                <a:ea typeface="Arial"/>
                <a:cs typeface="Arial"/>
              </a:rPr>
              <a:t>Có thể thêm địa điểm, quản trị nội dung, leaderboard, nhiệm vụ sự kiện.</a:t>
            </a:r>
          </a:p>
        </p:txBody>
      </p:sp>
      <p:sp>
        <p:nvSpPr>
          <p:cNvPr id="21" name="">
            <a:extLst xmlns:a="http://schemas.openxmlformats.org/drawingml/2006/main">
              <a:ext uri="{FF2B5EF4-FFF2-40B4-BE49-F238E27FC236}">
                <a16:creationId xmlns:a16="http://schemas.microsoft.com/office/drawing/2014/main" id="{F9D6B01F-5755-416E-86D6-45DD36B549F1}"/>
              </a:ext>
            </a:extLst>
          </p:cNvPr>
          <p:cNvSpPr>
            <a:spLocks xmlns:a="http://schemas.openxmlformats.org/drawingml/2006/main" noGrp="1"/>
          </p:cNvSpPr>
          <p:nvPr/>
        </p:nvSpPr>
        <p:spPr>
          <a:xfrm xmlns:a="http://schemas.openxmlformats.org/drawingml/2006/main">
            <a:off x="781050" y="4800600"/>
            <a:ext cx="9867900" cy="19050"/>
          </a:xfrm>
          <a:prstGeom xmlns:a="http://schemas.openxmlformats.org/drawingml/2006/main" prst="rect">
            <a:avLst/>
          </a:prstGeom>
          <a:solidFill xmlns:a="http://schemas.openxmlformats.org/drawingml/2006/main">
            <a:srgbClr val="D08A32"/>
          </a:solidFill>
          <a:ln xmlns:a="http://schemas.openxmlformats.org/drawingml/2006/main" w="0">
            <a:solidFill>
              <a:srgbClr val="000000">
                <a:alpha val="0"/>
              </a:srgbClr>
            </a:solidFill>
            <a:prstDash val="solid"/>
          </a:ln>
        </p:spPr>
      </p:sp>
      <p:sp>
        <p:nvSpPr>
          <p:cNvPr id="22" name="">
            <a:extLst xmlns:a="http://schemas.openxmlformats.org/drawingml/2006/main">
              <a:ext uri="{FF2B5EF4-FFF2-40B4-BE49-F238E27FC236}">
                <a16:creationId xmlns:a16="http://schemas.microsoft.com/office/drawing/2014/main" id="{19D86F23-F668-4DFB-892B-986A92545BAB}"/>
              </a:ext>
            </a:extLst>
          </p:cNvPr>
          <p:cNvSpPr>
            <a:spLocks xmlns:a="http://schemas.openxmlformats.org/drawingml/2006/main" noGrp="1"/>
          </p:cNvSpPr>
          <p:nvPr/>
        </p:nvSpPr>
        <p:spPr>
          <a:xfrm xmlns:a="http://schemas.openxmlformats.org/drawingml/2006/main">
            <a:off x="857250" y="5162550"/>
            <a:ext cx="11430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1">
                <a:solidFill>
                  <a:srgbClr val="D08A32"/>
                </a:solidFill>
                <a:latin typeface="Arial"/>
                <a:ea typeface="Arial"/>
                <a:cs typeface="Arial"/>
              </a:defRPr>
            </a:pPr>
            <a:r>
              <a:rPr sz="825" b="1">
                <a:solidFill>
                  <a:srgbClr val="D08A32"/>
                </a:solidFill>
                <a:latin typeface="Arial"/>
                <a:ea typeface="Arial"/>
                <a:cs typeface="Arial"/>
              </a:rPr>
              <a:t>Câu kết</a:t>
            </a:r>
          </a:p>
        </p:txBody>
      </p:sp>
      <p:sp>
        <p:nvSpPr>
          <p:cNvPr id="23" name="">
            <a:extLst xmlns:a="http://schemas.openxmlformats.org/drawingml/2006/main">
              <a:ext uri="{FF2B5EF4-FFF2-40B4-BE49-F238E27FC236}">
                <a16:creationId xmlns:a16="http://schemas.microsoft.com/office/drawing/2014/main" id="{5CEE274F-E7BE-42DC-885B-82D90A8D2429}"/>
              </a:ext>
            </a:extLst>
          </p:cNvPr>
          <p:cNvSpPr>
            <a:spLocks xmlns:a="http://schemas.openxmlformats.org/drawingml/2006/main" noGrp="1"/>
          </p:cNvSpPr>
          <p:nvPr/>
        </p:nvSpPr>
        <p:spPr>
          <a:xfrm xmlns:a="http://schemas.openxmlformats.org/drawingml/2006/main">
            <a:off x="2095500" y="5067300"/>
            <a:ext cx="7239000" cy="4572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350" b="0">
                <a:solidFill>
                  <a:srgbClr val="FFFFFF"/>
                </a:solidFill>
                <a:latin typeface="Arial"/>
                <a:ea typeface="Arial"/>
                <a:cs typeface="Arial"/>
              </a:defRPr>
            </a:pPr>
            <a:r>
              <a:rPr sz="1350" b="0">
                <a:solidFill>
                  <a:srgbClr val="FFFFFF"/>
                </a:solidFill>
                <a:latin typeface="Arial"/>
                <a:ea typeface="Arial"/>
                <a:cs typeface="Arial"/>
              </a:rPr>
              <a:t>Sản phẩm biến nội dung giới thiệu VKU thành một trải nghiệm khám phá có thể dùng cho tân sinh viên, khách tham quan và truyền thông tuyển sinh.</a:t>
            </a:r>
          </a:p>
        </p:txBody>
      </p:sp>
      <p:sp>
        <p:nvSpPr>
          <p:cNvPr id="24" name="">
            <a:extLst xmlns:a="http://schemas.openxmlformats.org/drawingml/2006/main">
              <a:ext uri="{FF2B5EF4-FFF2-40B4-BE49-F238E27FC236}">
                <a16:creationId xmlns:a16="http://schemas.microsoft.com/office/drawing/2014/main" id="{A3487F16-D54B-4D55-879C-1372F59E4DAD}"/>
              </a:ext>
            </a:extLst>
          </p:cNvPr>
          <p:cNvSpPr>
            <a:spLocks xmlns:a="http://schemas.openxmlformats.org/drawingml/2006/main" noGrp="1"/>
          </p:cNvSpPr>
          <p:nvPr/>
        </p:nvSpPr>
        <p:spPr>
          <a:xfrm xmlns:a="http://schemas.openxmlformats.org/drawingml/2006/main">
            <a:off x="3390900" y="5924550"/>
            <a:ext cx="4953000" cy="285750"/>
          </a:xfrm>
          <a:prstGeom xmlns:a="http://schemas.openxmlformats.org/drawingml/2006/main" prst="roundRect">
            <a:avLst>
              <a:gd name="adj" fmla="val 26667"/>
            </a:avLst>
          </a:prstGeom>
          <a:solidFill xmlns:a="http://schemas.openxmlformats.org/drawingml/2006/main">
            <a:srgbClr val="D08A32"/>
          </a:solidFill>
          <a:ln xmlns:a="http://schemas.openxmlformats.org/drawingml/2006/main" w="0">
            <a:solidFill>
              <a:srgbClr val="000000">
                <a:alpha val="0"/>
              </a:srgbClr>
            </a:solidFill>
            <a:prstDash val="solid"/>
          </a:ln>
        </p:spPr>
      </p:sp>
      <p:sp>
        <p:nvSpPr>
          <p:cNvPr id="25" name="">
            <a:extLst xmlns:a="http://schemas.openxmlformats.org/drawingml/2006/main">
              <a:ext uri="{FF2B5EF4-FFF2-40B4-BE49-F238E27FC236}">
                <a16:creationId xmlns:a16="http://schemas.microsoft.com/office/drawing/2014/main" id="{3E5A52D5-CA73-4998-8614-42BDC113F780}"/>
              </a:ext>
            </a:extLst>
          </p:cNvPr>
          <p:cNvSpPr>
            <a:spLocks xmlns:a="http://schemas.openxmlformats.org/drawingml/2006/main" noGrp="1"/>
          </p:cNvSpPr>
          <p:nvPr/>
        </p:nvSpPr>
        <p:spPr>
          <a:xfrm xmlns:a="http://schemas.openxmlformats.org/drawingml/2006/main">
            <a:off x="3505200" y="5981700"/>
            <a:ext cx="4724400" cy="1524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750" b="1">
                <a:solidFill>
                  <a:srgbClr val="0F1B2A"/>
                </a:solidFill>
                <a:latin typeface="Arial"/>
                <a:ea typeface="Arial"/>
                <a:cs typeface="Arial"/>
              </a:defRPr>
            </a:pPr>
            <a:r>
              <a:rPr sz="750" b="1">
                <a:solidFill>
                  <a:srgbClr val="0F1B2A"/>
                </a:solidFill>
                <a:latin typeface="Arial"/>
                <a:ea typeface="Arial"/>
                <a:cs typeface="Arial"/>
              </a:rPr>
              <a:t>Em xin cảm ơn thầy cô và các bạn đã lắng nghe</a:t>
            </a:r>
          </a:p>
        </p:txBody>
      </p:sp>
      <p:sp>
        <p:nvSpPr>
          <p:cNvPr id="26" name="">
            <a:extLst xmlns:a="http://schemas.openxmlformats.org/drawingml/2006/main">
              <a:ext uri="{FF2B5EF4-FFF2-40B4-BE49-F238E27FC236}">
                <a16:creationId xmlns:a16="http://schemas.microsoft.com/office/drawing/2014/main" id="{9E4F58A8-3200-49DD-A641-D7391B272A65}"/>
              </a:ext>
            </a:extLst>
          </p:cNvPr>
          <p:cNvSpPr>
            <a:spLocks xmlns:a="http://schemas.openxmlformats.org/drawingml/2006/main" noGrp="1"/>
          </p:cNvSpPr>
          <p:nvPr/>
        </p:nvSpPr>
        <p:spPr>
          <a:xfrm xmlns:a="http://schemas.openxmlformats.org/drawingml/2006/main">
            <a:off x="609600" y="6343650"/>
            <a:ext cx="9715500" cy="9525"/>
          </a:xfrm>
          <a:prstGeom xmlns:a="http://schemas.openxmlformats.org/drawingml/2006/main" prst="rect">
            <a:avLst/>
          </a:prstGeom>
          <a:solidFill xmlns:a="http://schemas.openxmlformats.org/drawingml/2006/main">
            <a:srgbClr val="D8CDBD"/>
          </a:solidFill>
          <a:ln xmlns:a="http://schemas.openxmlformats.org/drawingml/2006/main" w="0">
            <a:solidFill>
              <a:srgbClr val="000000">
                <a:alpha val="0"/>
              </a:srgbClr>
            </a:solidFill>
            <a:prstDash val="solid"/>
          </a:ln>
        </p:spPr>
      </p:sp>
      <p:sp>
        <p:nvSpPr>
          <p:cNvPr id="27" name="">
            <a:extLst xmlns:a="http://schemas.openxmlformats.org/drawingml/2006/main">
              <a:ext uri="{FF2B5EF4-FFF2-40B4-BE49-F238E27FC236}">
                <a16:creationId xmlns:a16="http://schemas.microsoft.com/office/drawing/2014/main" id="{B3C6C863-57E6-41AB-B251-40CB92C6338B}"/>
              </a:ext>
            </a:extLst>
          </p:cNvPr>
          <p:cNvSpPr>
            <a:spLocks xmlns:a="http://schemas.openxmlformats.org/drawingml/2006/main" noGrp="1"/>
          </p:cNvSpPr>
          <p:nvPr/>
        </p:nvSpPr>
        <p:spPr>
          <a:xfrm xmlns:a="http://schemas.openxmlformats.org/drawingml/2006/main">
            <a:off x="609600" y="6457950"/>
            <a:ext cx="53340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638" b="0">
                <a:solidFill>
                  <a:srgbClr val="607080"/>
                </a:solidFill>
                <a:latin typeface="Arial"/>
                <a:ea typeface="Arial"/>
                <a:cs typeface="Arial"/>
              </a:defRPr>
            </a:pPr>
            <a:r>
              <a:rPr sz="638" b="0">
                <a:solidFill>
                  <a:srgbClr val="607080"/>
                </a:solidFill>
                <a:latin typeface="Arial"/>
                <a:ea typeface="Arial"/>
                <a:cs typeface="Arial"/>
              </a:rPr>
              <a:t>VKU 360 Quest | Ý tưởng - Công nghệ - Demo sản phẩm</a:t>
            </a:r>
          </a:p>
        </p:txBody>
      </p:sp>
      <p:sp>
        <p:nvSpPr>
          <p:cNvPr id="28" name="">
            <a:extLst xmlns:a="http://schemas.openxmlformats.org/drawingml/2006/main">
              <a:ext uri="{FF2B5EF4-FFF2-40B4-BE49-F238E27FC236}">
                <a16:creationId xmlns:a16="http://schemas.microsoft.com/office/drawing/2014/main" id="{5697E669-641D-4529-8DA2-A2C1FF8EA44E}"/>
              </a:ext>
            </a:extLst>
          </p:cNvPr>
          <p:cNvSpPr>
            <a:spLocks xmlns:a="http://schemas.openxmlformats.org/drawingml/2006/main" noGrp="1"/>
          </p:cNvSpPr>
          <p:nvPr/>
        </p:nvSpPr>
        <p:spPr>
          <a:xfrm xmlns:a="http://schemas.openxmlformats.org/drawingml/2006/main">
            <a:off x="10877550" y="6400800"/>
            <a:ext cx="6858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900" b="1">
                <a:solidFill>
                  <a:srgbClr val="607080"/>
                </a:solidFill>
                <a:latin typeface="Arial"/>
                <a:ea typeface="Arial"/>
                <a:cs typeface="Arial"/>
              </a:defRPr>
            </a:pPr>
            <a:r>
              <a:rPr sz="900" b="1">
                <a:solidFill>
                  <a:srgbClr val="607080"/>
                </a:solidFill>
                <a:latin typeface="Arial"/>
                <a:ea typeface="Arial"/>
                <a:cs typeface="Arial"/>
              </a:rPr>
              <a:t>08</a:t>
            </a:r>
          </a:p>
        </p:txBody>
      </p:sp>
    </p:spTree>
    <p:extLst>
      <p:ext uri="{BB962C8B-B14F-4D97-AF65-F5344CB8AC3E}">
        <p14:creationId xmlns:p14="http://schemas.microsoft.com/office/powerpoint/2010/main" val="954916574"/>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solidFill>
          <a:schemeClr val="dk1"/>
        </a:solidFill>
        <a:solidFill>
          <a:schemeClr val="accent1"/>
        </a:soli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2026-05-15T03:52:15.9110000Z</dcterms:created>
  <dcterms:modified xsi:type="dcterms:W3CDTF">2026-05-15T03:52:15.9110000Z</dcterms:modified>
</coreProperties>
</file>