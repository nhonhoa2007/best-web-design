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e2de8aed3e4929" /><Relationship Type="http://schemas.openxmlformats.org/officeDocument/2006/relationships/extended-properties" Target="/docProps/app.xml" Id="R4ca10d56937d4e68" /><Relationship Type="http://schemas.openxmlformats.org/officeDocument/2006/relationships/officeDocument" Target="/ppt/presentation.xml" Id="Rf4bdebb58c8740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6e3bc0b3ed479e"/>
  </p:sldMasterIdLst>
  <p:notesMasterIdLst>
    <p:notesMasterId xmlns:r="http://schemas.openxmlformats.org/officeDocument/2006/relationships" r:id="R6c0838bcc5c74805"/>
  </p:notesMasterIdLst>
  <p:sldIdLst>
    <p:sldId xmlns:r="http://schemas.openxmlformats.org/officeDocument/2006/relationships" id="256" r:id="Ra636b564005e4fcd"/>
    <p:sldId xmlns:r="http://schemas.openxmlformats.org/officeDocument/2006/relationships" id="257" r:id="Rac8efacfa50245c1"/>
    <p:sldId xmlns:r="http://schemas.openxmlformats.org/officeDocument/2006/relationships" id="258" r:id="R896ac81474934e29"/>
    <p:sldId xmlns:r="http://schemas.openxmlformats.org/officeDocument/2006/relationships" id="259" r:id="R6d8bb310ff9a4e5c"/>
    <p:sldId xmlns:r="http://schemas.openxmlformats.org/officeDocument/2006/relationships" id="260" r:id="Re3df9c392a8d4c33"/>
    <p:sldId xmlns:r="http://schemas.openxmlformats.org/officeDocument/2006/relationships" id="261" r:id="R11ee0d79df724ae8"/>
    <p:sldId xmlns:r="http://schemas.openxmlformats.org/officeDocument/2006/relationships" id="262" r:id="R40adb7ac03914ca1"/>
    <p:sldId xmlns:r="http://schemas.openxmlformats.org/officeDocument/2006/relationships" id="263" r:id="R65f264147c1a43d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6e3bc0b3ed479e" /><Relationship Type="http://schemas.openxmlformats.org/officeDocument/2006/relationships/theme" Target="/ppt/theme/theme1.xml" Id="R5f47f5cb42404e68" /><Relationship Type="http://schemas.openxmlformats.org/officeDocument/2006/relationships/notesMaster" Target="/ppt/notesMasters/notesMaster1.xml" Id="R6c0838bcc5c74805" /><Relationship Type="http://schemas.openxmlformats.org/officeDocument/2006/relationships/presProps" Target="/ppt/presProps.xml" Id="R0020d69f15924650" /><Relationship Type="http://schemas.openxmlformats.org/officeDocument/2006/relationships/viewProps" Target="/ppt/viewProps.xml" Id="R175202e0a7744ae1" /><Relationship Type="http://schemas.openxmlformats.org/officeDocument/2006/relationships/tableStyles" Target="/ppt/tableStyles.xml" Id="R3feea852042843ec" /><Relationship Type="http://schemas.openxmlformats.org/officeDocument/2006/relationships/slide" Target="/ppt/slides/slide1.xml" Id="Ra636b564005e4fcd" /><Relationship Type="http://schemas.openxmlformats.org/officeDocument/2006/relationships/slide" Target="/ppt/slides/slide2.xml" Id="Rac8efacfa50245c1" /><Relationship Type="http://schemas.openxmlformats.org/officeDocument/2006/relationships/slide" Target="/ppt/slides/slide3.xml" Id="R896ac81474934e29" /><Relationship Type="http://schemas.openxmlformats.org/officeDocument/2006/relationships/slide" Target="/ppt/slides/slide4.xml" Id="R6d8bb310ff9a4e5c" /><Relationship Type="http://schemas.openxmlformats.org/officeDocument/2006/relationships/slide" Target="/ppt/slides/slide5.xml" Id="Re3df9c392a8d4c33" /><Relationship Type="http://schemas.openxmlformats.org/officeDocument/2006/relationships/slide" Target="/ppt/slides/slide6.xml" Id="R11ee0d79df724ae8" /><Relationship Type="http://schemas.openxmlformats.org/officeDocument/2006/relationships/slide" Target="/ppt/slides/slide7.xml" Id="R40adb7ac03914ca1" /><Relationship Type="http://schemas.openxmlformats.org/officeDocument/2006/relationships/slide" Target="/ppt/slides/slide8.xml" Id="R65f264147c1a43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e48ba0a4d914d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61794c70964f1a" /><Relationship Type="http://schemas.openxmlformats.org/officeDocument/2006/relationships/notesMaster" Target="/ppt/notesMasters/notesMaster1.xml" Id="R877dd1df84c443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1c9899c8e743d1" /><Relationship Type="http://schemas.openxmlformats.org/officeDocument/2006/relationships/notesMaster" Target="/ppt/notesMasters/notesMaster1.xml" Id="Rbead73d1e6674f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b5ca02bb9948d8" /><Relationship Type="http://schemas.openxmlformats.org/officeDocument/2006/relationships/notesMaster" Target="/ppt/notesMasters/notesMaster1.xml" Id="Rd1e9dd32284643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fb1fbf8ef24555" /><Relationship Type="http://schemas.openxmlformats.org/officeDocument/2006/relationships/notesMaster" Target="/ppt/notesMasters/notesMaster1.xml" Id="Rc6462d292e7349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57f3c0d7d14790" /><Relationship Type="http://schemas.openxmlformats.org/officeDocument/2006/relationships/notesMaster" Target="/ppt/notesMasters/notesMaster1.xml" Id="Rfa949c14f74847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ff2961436e481a" /><Relationship Type="http://schemas.openxmlformats.org/officeDocument/2006/relationships/notesMaster" Target="/ppt/notesMasters/notesMaster1.xml" Id="R50b46cfba05b4e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d27877a9d148ec" /><Relationship Type="http://schemas.openxmlformats.org/officeDocument/2006/relationships/notesMaster" Target="/ppt/notesMasters/notesMaster1.xml" Id="R40bc819292044f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476a75c5a749c7" /><Relationship Type="http://schemas.openxmlformats.org/officeDocument/2006/relationships/notesMaster" Target="/ppt/notesMasters/notesMaster1.xml" Id="R8c3e2b6bb2364a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3b72d636ff4fa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96537f63bb44ab9" /><Relationship Type="http://schemas.openxmlformats.org/officeDocument/2006/relationships/slideLayout" Target="/ppt/slideLayouts/slideLayout2.xml" Id="R569898b5074348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9898b5074348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0a56ff28fc4884" /><Relationship Type="http://schemas.openxmlformats.org/officeDocument/2006/relationships/image" Target="/ppt/media/image.jpeg" Id="R772899f3f2f54c45" /><Relationship Type="http://schemas.openxmlformats.org/officeDocument/2006/relationships/notesSlide" Target="/ppt/notesSlides/notesSlide1.xml" Id="Rd9fe9dc8a2d64a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fc846b18a644eb" /><Relationship Type="http://schemas.openxmlformats.org/officeDocument/2006/relationships/notesSlide" Target="/ppt/notesSlides/notesSlide2.xml" Id="Ra8a8cb1f4ea94b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70f2d741bb4128" /><Relationship Type="http://schemas.openxmlformats.org/officeDocument/2006/relationships/notesSlide" Target="/ppt/notesSlides/notesSlide3.xml" Id="R6c0aef65a1f44e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2ddf84e4934c7e" /><Relationship Type="http://schemas.openxmlformats.org/officeDocument/2006/relationships/notesSlide" Target="/ppt/notesSlides/notesSlide4.xml" Id="R235808afa15c4c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fdc7939d1346d4" /><Relationship Type="http://schemas.openxmlformats.org/officeDocument/2006/relationships/notesSlide" Target="/ppt/notesSlides/notesSlide5.xml" Id="R460ce6b5698b40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7627cf06244979" /><Relationship Type="http://schemas.openxmlformats.org/officeDocument/2006/relationships/notesSlide" Target="/ppt/notesSlides/notesSlide6.xml" Id="Rcb918df034714d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88da5fca374de7" /><Relationship Type="http://schemas.openxmlformats.org/officeDocument/2006/relationships/notesSlide" Target="/ppt/notesSlides/notesSlide7.xml" Id="Rd9b66a68a2394a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e38e1998794dba" /><Relationship Type="http://schemas.openxmlformats.org/officeDocument/2006/relationships/notesSlide" Target="/ppt/notesSlides/notesSlide8.xml" Id="R43a3ea50b1dc4e3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390635-3F6A-4E30-BE75-9CE8F8EB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4AD11B-A02B-4BBB-BA0C-332BFF68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2899f3f2f54c45"/>
          <a:srcRect xmlns:a="http://schemas.openxmlformats.org/drawingml/2006/main" l="32639" t="0" r="326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0"/>
            <a:ext cx="47625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37E3AE-0CF5-46C9-8564-EAED4C46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A">
              <a:alpha val="3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A198A-BFBB-4B3D-966A-CA82D354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81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A">
              <a:alpha val="1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0AAE080-ACBD-4313-AC14-0501E75B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1DEC5D2-1F72-43D6-94E9-61C799C0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607080"/>
                </a:solidFill>
                <a:latin typeface="Arial"/>
                <a:ea typeface="Arial"/>
                <a:cs typeface="Arial"/>
              </a:rPr>
              <a:t>BÀI DỰ THI WEBSITE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634DB-E3BF-4F1D-8D1B-5872A510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09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VKU 360 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0FC8B5-5028-421B-8071-29ADED9F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619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7EEF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EEF4"/>
                </a:solidFill>
                <a:latin typeface="Arial"/>
                <a:ea typeface="Arial"/>
                <a:cs typeface="Arial"/>
              </a:rPr>
              <a:t>Biến việc tham quan trường thành một hành trình 360° có nhiệm vụ, tiến trình cá nhân và AI guide.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EE331C-A0DD-4AEA-85D7-3CFBAF20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76650"/>
            <a:ext cx="571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B2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5D127B-AACC-4BFE-A0AB-6E6F3C19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08A3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08A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0BB922-2488-461A-9999-EC6E9089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Ý tưởng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CFB071-CD01-481C-8A32-9FEAFAAF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D0DE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BFD0DE"/>
                </a:solidFill>
                <a:latin typeface="Arial"/>
                <a:ea typeface="Arial"/>
                <a:cs typeface="Arial"/>
              </a:rPr>
              <a:t>tour 360 + nhiệm vụ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31C208-9703-4F87-BDAD-F528989A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19100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08A3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08A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1C1B3A-8A9A-4826-B488-5B5FC7E0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6291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Công nghệ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D4F653-EFE9-4897-A97A-5A49CFD1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8577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D0DE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BFD0DE"/>
                </a:solidFill>
                <a:latin typeface="Arial"/>
                <a:ea typeface="Arial"/>
                <a:cs typeface="Arial"/>
              </a:rPr>
              <a:t>HTML/CSS/JS + Firebase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0EDC31-813B-46F1-9D74-9E1A2E4D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9100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08A3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08A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241E26-367C-481B-BFE5-3EFC7FAD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291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8A0030-FBF5-46AE-AE4A-E0425B5C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577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FD0DE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BFD0DE"/>
                </a:solidFill>
                <a:latin typeface="Arial"/>
                <a:ea typeface="Arial"/>
                <a:cs typeface="Arial"/>
              </a:rPr>
              <a:t>đăng nhập, tour, guide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765F37-0D0B-4581-956E-F92A9A53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581650"/>
            <a:ext cx="2286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08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71A71E-FBB3-4307-8427-AD9EB38D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638800"/>
            <a:ext cx="2057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F1B2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F1B2A"/>
                </a:solidFill>
                <a:latin typeface="Arial"/>
                <a:ea typeface="Arial"/>
                <a:cs typeface="Arial"/>
              </a:rPr>
              <a:t>Thời lượng trình bày: 5 phút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030A0B-406D-40E5-89CD-47A1AFEB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CC87FD-D75E-4630-9BC2-2B402031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BFD0DE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BFD0DE"/>
                </a:solidFill>
                <a:latin typeface="Arial"/>
                <a:ea typeface="Arial"/>
                <a:cs typeface="Arial"/>
              </a:rPr>
              <a:t>VKU 360 Quest | Ý tưởng - Công nghệ - Demo sản phẩm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F28ABF-20A0-41D9-A55E-68332322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4008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FD0D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FD0D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713965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382082-E3B1-426C-84CE-9A2441F8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EB42EAB-4931-41EF-8739-709F6378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9FBB8BE-6061-4E17-B11C-F5273225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607080"/>
                </a:solidFill>
                <a:latin typeface="Arial"/>
                <a:ea typeface="Arial"/>
                <a:cs typeface="Arial"/>
              </a:rPr>
              <a:t>Ý TƯỞNG SẢN PHẨM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0DF913-8DA2-4F50-A470-29CE4692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85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12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Từ trang giới thiệu tĩnh thành hành trình khám phá có tương tác.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43EA2-D7A7-408A-AF20-A2E2C079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800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Tân sinh viên thường cần hình dung vị trí, chức năng từng khu và nên đi đâu tiếp theo. Website giải quyết bằng trải nghiệm 360° theo chặng, có nhiệm vụ và hướng dẫn cá nhân hóa.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5F7C54-7655-4088-B26F-5AB612E2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4D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44D35"/>
                </a:solidFill>
                <a:latin typeface="Arial"/>
                <a:ea typeface="Arial"/>
                <a:cs typeface="Arial"/>
              </a:rPr>
              <a:t>Trước đây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9202A0-A0BF-4247-9288-BAA391FB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4000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B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78DD7B-5E2D-4900-9409-BEE9FCFF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CE9197-6CF0-47CA-9C1A-93799E3E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43275"/>
            <a:ext cx="3676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12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Xem thông tin rời rạc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2E89AB-113F-4B99-AEC9-798FCB8F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29025"/>
            <a:ext cx="3676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Ảnh, bài giới thiệu, bản đồ tĩnh; người dùng khó nhớ và khó hình dung hành trình.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0677AA-D55A-42EF-B699-3FADF671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9625"/>
            <a:ext cx="4000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B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5B6EE0-3E72-408C-B859-B29D9BBA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9625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D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3C521C-CE1B-4DD0-AA8B-3FD3B612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72025"/>
            <a:ext cx="3676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12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Ít tương tác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9E0A3E-8198-43A5-BCAA-28CFD8DB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57775"/>
            <a:ext cx="3676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Không có tiến trình, nhiệm vụ, thành tích hay trợ lý theo ngữ cảnh.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02F5B3-9A6B-436C-A178-069278EC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987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VKU 360 Quest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4A03AA-391E-4DF7-98F8-5471BCD2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90875"/>
            <a:ext cx="4000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B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075662-6975-4982-82FF-231F2052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90875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18A66A-E81D-42B6-8EE0-02ADA380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43275"/>
            <a:ext cx="3676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12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Tham quan như một quest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DB078F-811B-4D43-B7DD-0AA123DE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29025"/>
            <a:ext cx="3676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Mỗi chặng có ảnh 360°, câu chuyện, nhiệm vụ nhỏ và nút đi tiếp.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6F84B0-8A3C-4646-A06B-B83A2F34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19625"/>
            <a:ext cx="4000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B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9D2ECB-731B-4CB6-BB6D-D9820E40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19625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6B8AE2-B19E-44B0-96AD-9F9813F8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72025"/>
            <a:ext cx="3676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12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Có người bạn đồng hành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6E1E4F-6E50-481A-821C-9D37B267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057775"/>
            <a:ext cx="3676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VKU Guide biết chặng hiện tại, tiến trình và trả lời câu hỏi trong phạm vi dữ liệu.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F3C60C-482D-4AD9-A977-20A57F47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337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342823-CAC6-420D-B3F1-CC69521B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F20C0D-9C85-41FB-B13B-53A25A35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F6A24D-1B8C-413B-8DBD-A0CD297E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VKU 360 Quest | Ý tưởng - Công nghệ - Demo sản phẩm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97B8EC-3D2A-4A1D-8B08-9A4C6C33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008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806172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1DBD1F-9E9A-46E9-89E9-8155472F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DB63BE5-8291-4F70-A3A0-63E417D3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C58FD1C-D43C-4225-80B7-D6ED40C8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607080"/>
                </a:solidFill>
                <a:latin typeface="Arial"/>
                <a:ea typeface="Arial"/>
                <a:cs typeface="Arial"/>
              </a:rPr>
              <a:t>LUỒNG TRẢI NGHIỆM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A5279C-5607-4F50-A95C-A401466B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85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12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Người dùng đi qua từng chặng, còn hệ thống bám theo tiến trình.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66856-B573-468A-97BC-B0A982BD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5621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3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39BFA-D137-40D4-8DB2-A1B422A6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08A3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08A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306C5-92B0-42E4-82CF-0B68B3EB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12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Đăng nhập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4282CC-C3B3-47E8-9292-4F4A7291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Firebase Auth xác định người dùng để lưu dữ liệu cá nhân.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F47F39-17A9-45F4-9F87-BA3EBBD1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356235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FCCFE1-5CEA-4B6D-8DC3-35DE9D1F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47950" y="35147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08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84F3CC-447B-4B0D-BB6A-21DCE161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781300"/>
            <a:ext cx="15621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A"/>
          </a:solidFill>
          <a:ln xmlns:a="http://schemas.openxmlformats.org/drawingml/2006/main" w="9525">
            <a:solidFill>
              <a:srgbClr val="CFC3B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AFCA11-A044-4892-8DD7-E5D15CCD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97180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6DD8ED-2323-4E6A-84AB-14563E1D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909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12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Chọn avatar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5A4179-F5DA-45F8-8A6F-A890B443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3380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Tạo cảm giác nhập vai trước khi bắt đầu hành trình.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FA8D42-E2B1-4C04-AE12-7F48FB31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9125" y="356235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B39DCB-05A0-4998-A5C3-20090DE0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791075" y="35147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08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B19DB4-40C3-468F-8E03-D6800C80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15621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3B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8ABC31-6F74-4702-846D-82E4AE29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7180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08A3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08A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7980D0-46AA-4DBE-A57B-6520771C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909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12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Tour 360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24F45D-0C5E-43AB-8489-D7291B03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3380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Quan sát panorama, đọc mô tả, nhận nhiệm vụ chặng.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165964-9378-474F-BDD8-6DC1A472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356235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9C6772-A58B-46BF-AAF6-0616D452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34200" y="35147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08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49348A-E1E9-455A-BB36-8602F9B0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781300"/>
            <a:ext cx="15621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A"/>
          </a:solidFill>
          <a:ln xmlns:a="http://schemas.openxmlformats.org/drawingml/2006/main" w="9525">
            <a:solidFill>
              <a:srgbClr val="CFC3B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92DE66-264A-4B1A-AF2B-070BFCEE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97180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8D3855-4E21-42A5-8E3D-F6A71CBD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3909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12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Bản đồ / lộ trình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3B185F-2403-4604-B3CF-0376E7FD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73380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Xem khu V, khu K, chặng hiện tại và các điểm đã mở khóa.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503167-0266-4CF4-A5C7-67A91D0A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375" y="356235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6B479F-2295-4E1D-ABA6-0F073205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077325" y="35147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08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0CAE6A-CD05-422F-87EA-3C1FB60B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81300"/>
            <a:ext cx="15621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3B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083DA7-75CC-49AD-8E63-CCCD3709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7180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08A3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08A3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CC0824-5ADA-41C4-B040-3E1105D9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909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12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VKU Guide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1BB4B1-85F9-401F-A637-59815B74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3380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Hỏi đường, nhiệm vụ, phòng ban hoặc bước tiếp theo.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FD96E6-2FCF-47EE-82AE-338A297D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257800"/>
            <a:ext cx="2952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0C518A-A201-464B-A202-93992BA0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314950"/>
            <a:ext cx="2724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 nên đi theo đúng flow này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8BFD88-FD10-4899-B2CF-EE651929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959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Điểm cần nhấn mạnh khi trình bày: website không chỉ hiển thị panorama mà còn ghi nhớ người dùng đang ở đâu, đã mở khóa tới đâu và cần làm gì tiếp.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E2E6B7-0AEB-4861-A7C8-52447F71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518E9A-2FBA-4190-9B41-B0A0B838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VKU 360 Quest | Ý tưởng - Công nghệ - Demo sản phẩm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A35835-0224-4E68-9828-60BCE91E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008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163719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C90739-C7C8-4054-B433-68C4849D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9D767E5-7DC7-4FE4-8014-61D9679D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F557205-21A3-40C7-9C07-EEFAB405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607080"/>
                </a:solidFill>
                <a:latin typeface="Arial"/>
                <a:ea typeface="Arial"/>
                <a:cs typeface="Arial"/>
              </a:rPr>
              <a:t>KỊCH BẢN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C30BD6-9367-4F28-BF92-714CC9E9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619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12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Demo 5 phút nên chứng minh sản phẩm đang chạy thật, không chỉ là giao diện.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4AB8A-7CA0-4A66-9890-6166EF18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DA"/>
          </a:solidFill>
          <a:ln xmlns:a="http://schemas.openxmlformats.org/drawingml/2006/main" w="9525">
            <a:solidFill>
              <a:srgbClr val="D8CDB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16678-5E1D-4D72-9E5B-585411C5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08A3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08A32"/>
                </a:solidFill>
                <a:latin typeface="Arial"/>
                <a:ea typeface="Arial"/>
                <a:cs typeface="Arial"/>
              </a:rPr>
              <a:t>0:00 - 0:45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69AF91-087E-462C-8C56-AA3836D3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0025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12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Đăng nhập / trang chủ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0DAF0-35AD-4555-923E-D5F2BC1A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523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Cho thấy tài khoản, hành trình, nút bắt đầu hoặc tiếp tục tour.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22E9D1-BF13-4A16-BF33-D4E069C4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B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57D992-138A-40DB-9C4D-C8974126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08A3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08A32"/>
                </a:solidFill>
                <a:latin typeface="Arial"/>
                <a:ea typeface="Arial"/>
                <a:cs typeface="Arial"/>
              </a:rPr>
              <a:t>0:45 - 1:45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78326-DD0D-486F-8F3C-1BF9AA54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670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12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Tour 360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7FF0FE-F6B8-4242-888A-3E4C86E2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67000"/>
            <a:ext cx="523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Xoay panorama, đọc mô tả chặng, hoàn thành nhiệm vụ nhỏ.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0066BA-922D-42CB-B02E-FA28897F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DA"/>
          </a:solidFill>
          <a:ln xmlns:a="http://schemas.openxmlformats.org/drawingml/2006/main" w="9525">
            <a:solidFill>
              <a:srgbClr val="D8CD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CBFC51-6640-4909-A392-0B3CC858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08A3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08A32"/>
                </a:solidFill>
                <a:latin typeface="Arial"/>
                <a:ea typeface="Arial"/>
                <a:cs typeface="Arial"/>
              </a:rPr>
              <a:t>1:45 - 2:35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B39D8F-463D-482C-919D-8F4C5665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12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Bản đồ và lộ trình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8705C4-C57A-45F3-A88A-8158C051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33750"/>
            <a:ext cx="523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Mở map, route, chỉ ra khu V/khu K và trạng thái chặng.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83706F-B251-465B-961B-641EB7B5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B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2EEDF9-6127-4DD6-99CB-13CA1EEB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08A3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08A32"/>
                </a:solidFill>
                <a:latin typeface="Arial"/>
                <a:ea typeface="Arial"/>
                <a:cs typeface="Arial"/>
              </a:rPr>
              <a:t>2:35 - 3:45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4243F6-BC2F-48E2-A7AD-7B45BEA5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12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VKU Guide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CE8846-8326-4A01-B461-BF2C1715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00500"/>
            <a:ext cx="523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Hỏi: Tôi đang ở đâu? Nhiệm vụ tiếp theo là gì? Phòng đào tạo làm gì?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1CB8E1-4AFD-4B05-9E5F-9355F334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DA"/>
          </a:solidFill>
          <a:ln xmlns:a="http://schemas.openxmlformats.org/drawingml/2006/main" w="9525">
            <a:solidFill>
              <a:srgbClr val="D8CDB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FABD53-6B6A-4868-80C0-B1EC5DA2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08A3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08A32"/>
                </a:solidFill>
                <a:latin typeface="Arial"/>
                <a:ea typeface="Arial"/>
                <a:cs typeface="Arial"/>
              </a:rPr>
              <a:t>3:45 - 4:35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F6EAA4-22AE-490E-8963-4D2284A3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6725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12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Hồ sơ / khoảnh khắc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5153E0-CEF2-427F-AA1C-C0B6EE1E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67250"/>
            <a:ext cx="523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Mở profile, avatar, thành tích hoặc ảnh cộng đồng.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B069E1-C6C1-4FDF-B033-E8FEF973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B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010CD1-27F3-4C18-881F-1BB4E4DA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08A3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08A32"/>
                </a:solidFill>
                <a:latin typeface="Arial"/>
                <a:ea typeface="Arial"/>
                <a:cs typeface="Arial"/>
              </a:rPr>
              <a:t>4:35 - 5:00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D1E9F9-EB08-4DF5-BBC2-D6112245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340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12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Kết luận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5D0311-109D-40E2-8F20-6E34AE8B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34000"/>
            <a:ext cx="523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Nêu giá trị cho tân sinh viên và hướng mở rộng.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E36A38-5684-4936-869C-E1546DD7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200150"/>
            <a:ext cx="3143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08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31A91F-B00B-45CE-9EBE-DF3FE478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57300"/>
            <a:ext cx="2914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F1B2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F1B2A"/>
                </a:solidFill>
                <a:latin typeface="Arial"/>
                <a:ea typeface="Arial"/>
                <a:cs typeface="Arial"/>
              </a:rPr>
              <a:t>Câu chốt demo: tour + dữ liệu + AI guide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14D0FF-8BF3-4D51-B115-EE24C469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871599-D0E9-4A51-93FD-0F3AA8CB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VKU 360 Quest | Ý tưởng - Công nghệ - Demo sản phẩm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B52CCE-A3C7-4EDC-84BB-0A4F4EDE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008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0379578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1A3D0F-A87D-4746-95BB-5CA4D175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762C5EC-5749-45AC-86D9-038023EF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85458B1-72B5-4553-B463-692F27FA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607080"/>
                </a:solidFill>
                <a:latin typeface="Arial"/>
                <a:ea typeface="Arial"/>
                <a:cs typeface="Arial"/>
              </a:rPr>
              <a:t>CÔNG NGHỆ SỬ DỤNG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9E241-BBE7-49BB-88ED-9E7A7D17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953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Frontend tĩnh giữ trải nghiệm nhẹ; Firebase xử lý danh tính, dữ liệu và backend.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B3F200-CB80-471B-8A72-CE5F150F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EEF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7EEF4"/>
                </a:solidFill>
                <a:latin typeface="Arial"/>
                <a:ea typeface="Arial"/>
                <a:cs typeface="Arial"/>
              </a:rPr>
              <a:t>Kiến trúc tổng thể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CCD01-0531-4276-A04D-59C98AC8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A4269F-1647-4DE0-A2B8-DB4B7E4F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B9B961-9F00-4DBC-900B-3EECCA85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12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HTML / CSS / JS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784AEF-C795-4E13-AFAA-CD541054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1771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Giao diện, routing màn hình, tour 360, i18n, theme.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AB99C3-7658-46D1-A3BA-0E6BF476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19E3FB-2A5F-4A16-9231-6FB8F8CA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8B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1C55F3-16E2-4B15-B0F7-6ED9BB5A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24150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12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Firebase Auth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C3067A-D80B-47F9-93A7-7B8BF761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09900"/>
            <a:ext cx="1771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Đăng ký, đăng nhập, nhận diện người dùng.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AD6395-D8F2-40A2-B8B7-429FD841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B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F0FB77-7DC6-41F5-9D70-FBDA216A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0A01D7-75F8-4AF2-8A63-D124A290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24150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12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Firestore / Storage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D89DC1-4FD8-495A-97B4-8C2A867B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09900"/>
            <a:ext cx="1771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Lưu tiến trình, hồ sơ, lịch sử chat, ảnh upload.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1BB939-3993-4B3B-A4FB-1123BC5D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B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835581-0B45-4DC6-9453-0E1B44FD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72C652-3CC8-444B-BA54-42EAE935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24150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12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Cloud Functions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7FB437-1388-49B8-B54D-9295D34E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09900"/>
            <a:ext cx="1771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Chạy logic server và bảo vệ Gemini API key.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C72493-739D-4910-B741-266E00B9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8630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B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2C25F4-53E9-43FE-A30F-50440826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863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BE6902-314E-477E-88F0-F4B13741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838700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12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Gemini API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68601F-70D8-4AB6-A43E-04361447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124450"/>
            <a:ext cx="1771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Sinh câu trả lời cho VKU Guide theo ngữ cảnh.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7CA4C7-3CA7-4F9D-A77E-09A2874C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31337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F06B84-DFEC-444F-991A-0C447CFB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276600" y="30861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08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1A486C-3BC4-4A9A-AE3D-4042CDF1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0" y="31337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CEC062-7182-4FC0-918B-38BF2D40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43600" y="30861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08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4710EF-FBED-430D-91FB-34135306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31337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E1684D-6DB7-4ED7-9C1E-6DBFC5D0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610600" y="30861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08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BCCB52-40FD-4300-9A21-F8BFA6C8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810750" y="3695700"/>
            <a:ext cx="933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C81FBC-700F-4084-A901-3C7A1333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734550" y="45815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08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F83A41-0532-4562-9DA8-A6D07B12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723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4611B8-B705-4A0B-B26C-71931EA7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08A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08A32"/>
                </a:solidFill>
                <a:latin typeface="Arial"/>
                <a:ea typeface="Arial"/>
                <a:cs typeface="Arial"/>
              </a:rPr>
              <a:t>Lý do chọn stack này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5F918D-ACB0-4722-B8C6-A09AF6B0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4825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D6E0EA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D6E0EA"/>
                </a:solidFill>
                <a:latin typeface="Arial"/>
                <a:ea typeface="Arial"/>
                <a:cs typeface="Arial"/>
              </a:rPr>
              <a:t>Phù hợp website demo/triển khai nhanh: frontend dễ deploy, backend đủ an toàn cho Auth, Firestore, upload ảnh và chatbot AI.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D1D45F-4C5B-41B0-A8C4-5A936DEF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1EA941-AB14-4F1F-BC67-4B6F61AB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VKU 360 Quest | Ý tưởng - Công nghệ - Demo sản phẩm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337FD9-43B1-4927-8F53-8BFFB17C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008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7962569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6D2C6C-7F0E-4D3B-AFF6-73127627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56FBFF4-237A-4C40-AC0C-CA2CCF86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E46D796-55F5-4396-A5B8-307B68C0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607080"/>
                </a:solidFill>
                <a:latin typeface="Arial"/>
                <a:ea typeface="Arial"/>
                <a:cs typeface="Arial"/>
              </a:rPr>
              <a:t>VKU GUIDE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66BD7A-75DB-4315-BBFC-78D35238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85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12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Chatbot không hỏi Gemini trực tiếp; mọi yêu cầu đi qua Cloud Function an toàn.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8EAEE0-AF47-4733-8ED1-60CA2217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B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EB1C0-EC59-4767-876E-560B22AC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04363-EA93-44A7-AB2E-BBFE5523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12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Người dùng hỏi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4D2313-DF76-4717-B845-D2D52FC8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1485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Ví dụ: Tôi đang ở đâu? Nhiệm vụ tiếp theo là gì?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77D07-DFF3-421B-88F8-9C409749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8130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B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DAF158-8FDD-48DD-8582-B850353A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813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14C5C2-0046-4997-A044-64C3997F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3370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12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Thêm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29D3AF-F65C-46A9-A623-0E99DBEE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1485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language, history, currentScene, currentStep, unlockedStep.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CCE939-E4EE-4CBB-86C6-D2D494C0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8130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300F54-4BC2-4E16-84F8-06D69CC5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813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8B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A1AB32-E3D2-498E-BBF6-AD1F207B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3370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12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Function chatGuide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95E427-DE0A-4EBA-B133-DF441EA9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19450"/>
            <a:ext cx="1485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Kiểm tra đăng nhập, giới hạn độ dài, sanitize dữ liệu.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74DB1C-172F-4FB0-A8F3-632BB18A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8130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B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09405E-42CD-43DE-B8BB-4C0B8812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813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4014DE-3167-42CE-8D21-B558567D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3370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12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Gemini + fallback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3CE889-C3C4-4A63-876E-3F9626E4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19450"/>
            <a:ext cx="1485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Gọi model theo thứ tự; nếu lỗi quota thì trả lời offline.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D7ACD3-743A-4648-B57B-C04FCAA6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5550" y="33909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C914DA-6D69-48B6-BC31-7691CC02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914650" y="33432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08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EE218C-156D-4CB8-A86A-4FA16ECF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6800" y="33909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51EA86-57FC-42C4-95BB-21CD1D1B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295900" y="33432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08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5E7CE0-5A22-40AC-AD57-3D799EB9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8050" y="33909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F9F62F-C6B7-423E-922D-DA7C8986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677150" y="33432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08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DBBD8A-9F9C-4061-AA5D-18A20D8C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62500"/>
            <a:ext cx="723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268D7D-4B70-447C-A496-276B1ED3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9339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08A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08A32"/>
                </a:solidFill>
                <a:latin typeface="Arial"/>
                <a:ea typeface="Arial"/>
                <a:cs typeface="Arial"/>
              </a:rPr>
              <a:t>Điểm bảo mật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AE9725-DC76-4A9C-AAA7-5C557868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5775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7EEF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7EEF4"/>
                </a:solidFill>
                <a:latin typeface="Arial"/>
                <a:ea typeface="Arial"/>
                <a:cs typeface="Arial"/>
              </a:rPr>
              <a:t>Gemini API key nằm trong Firebase Secret, không lộ ở mã nguồn frontend. Firestore rule cũng chỉ cho user đọc/ghi lịch sử chat của chính mình.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DDDB7F-EDEE-41D2-9C94-7D7113A8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772150"/>
            <a:ext cx="3714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D0F1F5-3308-46E1-9C8B-96930B72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829300"/>
            <a:ext cx="3486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Dữ liệu nền: campusKnowledge + scene hiện tại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0E6A5F-4BC6-48C1-963E-74FACFEB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68633B-D07C-4C2C-8D4F-28FC4E1A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VKU 360 Quest | Ý tưởng - Công nghệ - Demo sản phẩm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0A2B12-1251-47A6-A14E-B9367207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008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9949755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0F6026-081B-4401-A59A-36D22EF1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72A6F08-BE74-4766-8F70-10A5615D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221FB41-0B52-4CF5-A765-55BD2A74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607080"/>
                </a:solidFill>
                <a:latin typeface="Arial"/>
                <a:ea typeface="Arial"/>
                <a:cs typeface="Arial"/>
              </a:rPr>
              <a:t>DỮ LIỆU &amp; PHÂN QUYỀN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8C2EB-6BFD-48D4-A4F8-C9CE2887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85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12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Mỗi loại dữ liệu có nơi lưu và rule riêng để phục vụ trải nghiệm cá nhân.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7A9824-078E-42C9-9451-6670AC23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D1048C-89B7-4060-94C9-E25D03F0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1828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Dữ liệu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DE76F9-4A49-4515-B623-7C303257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383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58E498-1E4D-493F-966D-5FF81A1C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71700"/>
            <a:ext cx="1543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Lưu ở đâu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56DA28-37F0-495D-8555-BD3C7EF2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383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024C6F-C5E2-48D6-A50E-02324E6F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171700"/>
            <a:ext cx="2114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Dùng để làm gì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CE9336-DBC2-4C5D-BEA6-D27C417E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383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7FEBEE-BFBA-4BDB-9480-F060E203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71700"/>
            <a:ext cx="1924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Kiểm soát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92AE69-494D-47AC-AFB9-87D68F48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DA"/>
          </a:solidFill>
          <a:ln xmlns:a="http://schemas.openxmlformats.org/drawingml/2006/main" w="9525">
            <a:solidFill>
              <a:srgbClr val="D8CD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E5734D-962A-4609-A476-0585D3E3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1828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12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tourProgress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163C7A-F95F-4A7A-B9E8-9248789E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717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DA"/>
          </a:solidFill>
          <a:ln xmlns:a="http://schemas.openxmlformats.org/drawingml/2006/main" w="9525">
            <a:solidFill>
              <a:srgbClr val="D8CDB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91495F-30B9-4C51-BF0E-DDA936B3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0510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Firestore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C4C110-A3E0-4665-8DBB-E144DEE2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DA"/>
          </a:solidFill>
          <a:ln xmlns:a="http://schemas.openxmlformats.org/drawingml/2006/main" w="9525">
            <a:solidFill>
              <a:srgbClr val="D8CDB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31FF61-B740-40CD-89D8-7457FAA0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05100"/>
            <a:ext cx="2114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Tiếp tục tour, mở khóa chặng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7E1FBE-C357-47C7-9CE0-0205A64E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717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DA"/>
          </a:solidFill>
          <a:ln xmlns:a="http://schemas.openxmlformats.org/drawingml/2006/main" w="9525">
            <a:solidFill>
              <a:srgbClr val="D8CDB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80222C-6D82-4BCB-A9A1-66F81284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05100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User chỉ ghi dữ liệu của mình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EAA026-A30F-4F1A-8896-DF0BE741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B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539EF2-65BE-4D58-9BDD-1FA5D886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1828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12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guideChatHistories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F8CE40-169E-4494-980A-3170C4CB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956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B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C6A751-232C-41D4-8F90-84D25855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2900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Firestore + localStorage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129907-350A-4A90-AA0E-13621CDF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956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B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1E9DCD-E306-4BB9-9C88-0A647B9E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29000"/>
            <a:ext cx="2114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Khôi phục hội thoại VKU Guide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9CB470-29AC-4A97-89B5-FC3F12B2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956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B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82BEC8-4FFE-49A1-94FD-9F08A2C8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29000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Tối đa 80 tin, theo UID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DDB45D-0A88-4994-9489-BDD62F21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DA"/>
          </a:solidFill>
          <a:ln xmlns:a="http://schemas.openxmlformats.org/drawingml/2006/main" w="9525">
            <a:solidFill>
              <a:srgbClr val="D8CDB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5F814E-D69C-4E6B-BCEC-DDE157C9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52900"/>
            <a:ext cx="1828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12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moments / events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E93C63-AF8C-4220-BE59-7DB867B5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195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DA"/>
          </a:solidFill>
          <a:ln xmlns:a="http://schemas.openxmlformats.org/drawingml/2006/main" w="9525">
            <a:solidFill>
              <a:srgbClr val="D8CDB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689C72-F064-43D1-89BA-2DB8E1FE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15290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Firestore + Storage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14F161-0A81-4556-B1A3-D5450F12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195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DA"/>
          </a:solidFill>
          <a:ln xmlns:a="http://schemas.openxmlformats.org/drawingml/2006/main" w="9525">
            <a:solidFill>
              <a:srgbClr val="D8CDB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7CC763-6718-4AA6-9538-AED69C37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152900"/>
            <a:ext cx="2114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Ảnh cộng đồng và sự kiện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BF4CC0-C644-423A-9E01-31C3FE84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195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DA"/>
          </a:solidFill>
          <a:ln xmlns:a="http://schemas.openxmlformats.org/drawingml/2006/main" w="9525">
            <a:solidFill>
              <a:srgbClr val="D8CDB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064319-2238-4F9C-8639-081C2E73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52900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Signed-in user + visibility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F4E9E4-4673-4052-B7A7-93256488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B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5D1C4D-8232-455F-AEFF-D9029783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1828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12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2212F"/>
                </a:solidFill>
                <a:latin typeface="Arial"/>
                <a:ea typeface="Arial"/>
                <a:cs typeface="Arial"/>
              </a:rPr>
              <a:t>avatars / route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E822E4-3F9E-47FC-87C4-356EA724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434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B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EF55FF-F409-49A8-8BB9-A728C7D9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7680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data/*.js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F6A385-DC54-4C53-83C3-C66B366F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7434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B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10EE66-2002-41E4-B1FF-83F15E18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876800"/>
            <a:ext cx="2114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Dữ liệu tĩnh cho UI và hành trình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74335D-97DA-43BC-B50A-7FC4E118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434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B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B22FA7F-5062-44E8-9F87-C62F1F7E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76800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Dễ chỉnh khi mở rộng nội dung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8C8FC39-9CDE-404D-9B0A-49752943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912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Thông điệp khi trình bày: Firebase không chỉ là nơi lưu dữ liệu; nó giúp sản phẩm có tài khoản, đồng bộ tiến trình và bảo vệ dữ liệu người dùng.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CCB75B9-96A3-4D0F-BDFD-3BCC5B1F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E12BF45-8B7F-4F0D-A83A-55442F13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VKU 360 Quest | Ý tưởng - Công nghệ - Demo sản phẩm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A47AC37-ED8F-48EB-A700-E4372E9F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008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846310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B4BFD4-0FB1-4581-9F38-9962B01A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6DB69AF-2BFE-402D-970C-68C96C34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1FA2D1B-200E-4B36-A0D9-503705DF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607080"/>
                </a:solidFill>
                <a:latin typeface="Arial"/>
                <a:ea typeface="Arial"/>
                <a:cs typeface="Arial"/>
              </a:rPr>
              <a:t>KẾT LUẬN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00CC9-476A-4B1D-9038-1F997065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144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VKU 360 Quest đã có nền tảng đủ để demo hôm nay và mở rộng sau cuộc thi.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D6B95F-99D1-40E3-A3D4-1487B6F3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0383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DF700-A01F-4C71-86A0-9093A49D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514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08A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08A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4FD50-F8BB-4FFF-A290-5271D831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Trực quan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6E06C8-D5A8-4225-A1DD-6529A04F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6D4E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C6D4E0"/>
                </a:solidFill>
                <a:latin typeface="Arial"/>
                <a:ea typeface="Arial"/>
                <a:cs typeface="Arial"/>
              </a:rPr>
              <a:t>Ảnh 360 giúp người dùng nhìn thấy không gian thật.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B07E6A-CF0C-40CF-9A9D-C3CFCA7F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71750"/>
            <a:ext cx="20383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B8F90D-939B-4952-B32E-DFD9B14D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81300"/>
            <a:ext cx="514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8EA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E8EA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C331F-073F-4D9F-B20D-AF6099C9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385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Tương tác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E54E47-9229-4DF3-A872-707DE116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6235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6D4E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C6D4E0"/>
                </a:solidFill>
                <a:latin typeface="Arial"/>
                <a:ea typeface="Arial"/>
                <a:cs typeface="Arial"/>
              </a:rPr>
              <a:t>Nhiệm vụ, tiến trình và thành tích giữ người dùng trong hành trình.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9AA896-BDB7-4809-B8E2-0B412AC6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71750"/>
            <a:ext cx="20383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2FBF2D-845E-4AA1-824A-8A7ABE89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514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08A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08A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9007D8-6CF6-4AAC-BD83-C9A10C64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385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Thông minh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6D4622-E989-4409-911B-4199E27B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6235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6D4E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C6D4E0"/>
                </a:solidFill>
                <a:latin typeface="Arial"/>
                <a:ea typeface="Arial"/>
                <a:cs typeface="Arial"/>
              </a:rPr>
              <a:t>VKU Guide trả lời theo chặng và dữ liệu trường đã nạp.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B61D18-97AA-49B4-9EC1-0F10AC80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0383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F84506-A8DA-4FCE-BD45-E3DE6B54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81300"/>
            <a:ext cx="514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8EA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E8EA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EF9B43-BB5F-436D-A666-88898E5E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385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Mở rộng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861C25-03A9-4FDC-A850-8018B5DE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6235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6D4E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C6D4E0"/>
                </a:solidFill>
                <a:latin typeface="Arial"/>
                <a:ea typeface="Arial"/>
                <a:cs typeface="Arial"/>
              </a:rPr>
              <a:t>Có thể thêm địa điểm, quản trị nội dung, leaderboard, nhiệm vụ sự kiện.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D6B01F-5755-416E-86D6-45DD36B5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9867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D86F23-F668-4DFB-892B-986A9254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625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08A3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08A32"/>
                </a:solidFill>
                <a:latin typeface="Arial"/>
                <a:ea typeface="Arial"/>
                <a:cs typeface="Arial"/>
              </a:rPr>
              <a:t>Câu kết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EE274F-E7BE-42DC-885B-82D90A8D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673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Sản phẩm biến nội dung giới thiệu VKU thành một trải nghiệm khám phá có thể dùng cho tân sinh viên, khách tham quan và truyền thông tuyển sinh.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487F16-D54B-4D55-879C-1372F59E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924550"/>
            <a:ext cx="495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08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5A52D5-CA73-4998-8614-42BDC113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981700"/>
            <a:ext cx="472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F1B2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F1B2A"/>
                </a:solidFill>
                <a:latin typeface="Arial"/>
                <a:ea typeface="Arial"/>
                <a:cs typeface="Arial"/>
              </a:rPr>
              <a:t>Em xin cảm ơn thầy cô và các bạn đã lắng nghe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4F58A8-3200-49DD-A641-D7391B27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C6C863-57E6-41AB-B251-40CB92C6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607080"/>
                </a:solidFill>
                <a:latin typeface="Arial"/>
                <a:ea typeface="Arial"/>
                <a:cs typeface="Arial"/>
              </a:rPr>
              <a:t>VKU 360 Quest | Ý tưởng - Công nghệ - Demo sản phẩm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97E669-641D-4529-8DA2-A2C1FF8E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008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549165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2026-05-15T03:52:15.9110000Z</dcterms:created>
  <dcterms:modified xsi:type="dcterms:W3CDTF">2026-05-15T03:52:15.9110000Z</dcterms:modified>
</coreProperties>
</file>